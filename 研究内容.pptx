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7" r:id="rId3"/>
  </p:sldMasterIdLst>
  <p:notesMasterIdLst>
    <p:notesMasterId r:id="rId5"/>
  </p:notesMasterIdLst>
  <p:sldIdLst>
    <p:sldId id="257" r:id="rId4"/>
    <p:sldId id="273" r:id="rId6"/>
    <p:sldId id="276" r:id="rId7"/>
    <p:sldId id="288" r:id="rId8"/>
    <p:sldId id="292" r:id="rId9"/>
  </p:sldIdLst>
  <p:sldSz cx="12192000" cy="6858000"/>
  <p:notesSz cx="6858000" cy="9144000"/>
  <p:custDataLst>
    <p:tags r:id="rId1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6" userDrawn="1">
          <p15:clr>
            <a:srgbClr val="A4A3A4"/>
          </p15:clr>
        </p15:guide>
        <p15:guide id="6" pos="416" userDrawn="1">
          <p15:clr>
            <a:srgbClr val="A4A3A4"/>
          </p15:clr>
        </p15:guide>
        <p15:guide id="3" pos="7296" userDrawn="1">
          <p15:clr>
            <a:srgbClr val="A4A3A4"/>
          </p15:clr>
        </p15:guide>
        <p15:guide id="4" orient="horz" pos="4020" userDrawn="1">
          <p15:clr>
            <a:srgbClr val="A4A3A4"/>
          </p15:clr>
        </p15:guide>
        <p15:guide id="5" pos="370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504D"/>
    <a:srgbClr val="A7C6E5"/>
    <a:srgbClr val="0070C0"/>
    <a:srgbClr val="0066CC"/>
    <a:srgbClr val="336699"/>
    <a:srgbClr val="658BB2"/>
    <a:srgbClr val="89A7C4"/>
    <a:srgbClr val="5983AC"/>
    <a:srgbClr val="5982AC"/>
    <a:srgbClr val="0099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878" autoAdjust="0"/>
    <p:restoredTop sz="96314" autoAdjust="0"/>
  </p:normalViewPr>
  <p:slideViewPr>
    <p:cSldViewPr snapToGrid="0" showGuides="1">
      <p:cViewPr varScale="1">
        <p:scale>
          <a:sx n="84" d="100"/>
          <a:sy n="84" d="100"/>
        </p:scale>
        <p:origin x="570" y="45"/>
      </p:cViewPr>
      <p:guideLst>
        <p:guide orient="horz" pos="616"/>
        <p:guide pos="416"/>
        <p:guide pos="7296"/>
        <p:guide orient="horz" pos="4020"/>
        <p:guide pos="3704"/>
      </p:guideLst>
    </p:cSldViewPr>
  </p:slideViewPr>
  <p:outlineViewPr>
    <p:cViewPr>
      <p:scale>
        <a:sx n="100" d="100"/>
        <a:sy n="100"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9" d="100"/>
          <a:sy n="69" d="100"/>
        </p:scale>
        <p:origin x="3082" y="7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3" Type="http://schemas.openxmlformats.org/officeDocument/2006/relationships/tags" Target="tags/tag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546ECB-FC66-4777-9183-5BBF0A93A8B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6DE6B8-F5B3-4335-B2C4-83A6CE20973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06DE6B8-F5B3-4335-B2C4-83A6CE209734}"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E06DE6B8-F5B3-4335-B2C4-83A6CE20973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kern="100" dirty="0">
              <a:effectLst/>
              <a:latin typeface="Times New Roman" panose="02020603050405020304" pitchFamily="18" charset="0"/>
              <a:ea typeface="宋体" panose="02010600030101010101" pitchFamily="2" charset="-122"/>
            </a:endParaRPr>
          </a:p>
        </p:txBody>
      </p:sp>
      <p:sp>
        <p:nvSpPr>
          <p:cNvPr id="4" name="灯片编号占位符 3"/>
          <p:cNvSpPr>
            <a:spLocks noGrp="1"/>
          </p:cNvSpPr>
          <p:nvPr>
            <p:ph type="sldNum" sz="quarter" idx="5"/>
          </p:nvPr>
        </p:nvSpPr>
        <p:spPr/>
        <p:txBody>
          <a:bodyPr/>
          <a:lstStyle/>
          <a:p>
            <a:fld id="{E06DE6B8-F5B3-4335-B2C4-83A6CE20973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06DE6B8-F5B3-4335-B2C4-83A6CE20973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06DE6B8-F5B3-4335-B2C4-83A6CE20973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914400" y="2130426"/>
            <a:ext cx="10363200" cy="1470025"/>
          </a:xfrm>
        </p:spPr>
        <p:txBody>
          <a:bodyPr/>
          <a:lstStyle>
            <a:lvl1pPr>
              <a:defRPr kumimoji="1" lang="zh-CN" altLang="en-US" sz="3600" b="1" kern="1200" dirty="0">
                <a:solidFill>
                  <a:srgbClr val="002060"/>
                </a:solidFill>
                <a:latin typeface="微软雅黑" panose="020B0503020204020204" pitchFamily="34" charset="-122"/>
                <a:ea typeface="微软雅黑" panose="020B0503020204020204" pitchFamily="34" charset="-122"/>
                <a:cs typeface="Arial Unicode MS" pitchFamily="34" charset="-122"/>
                <a:sym typeface="Arial" panose="020B0604020202020204" pitchFamily="34" charset="0"/>
              </a:defRPr>
            </a:lvl1pPr>
          </a:lstStyle>
          <a:p>
            <a:r>
              <a:rPr lang="en-US" altLang="zh-CN" dirty="0"/>
              <a:t>&lt;</a:t>
            </a:r>
            <a:r>
              <a:rPr lang="zh-CN" altLang="en-US" dirty="0"/>
              <a:t>总标题</a:t>
            </a:r>
            <a:r>
              <a:rPr lang="en-US" altLang="zh-CN" dirty="0"/>
              <a:t>&gt;</a:t>
            </a:r>
            <a:endParaRPr lang="zh-CN" altLang="en-US" dirty="0"/>
          </a:p>
        </p:txBody>
      </p:sp>
      <p:sp>
        <p:nvSpPr>
          <p:cNvPr id="3" name="副标题 2"/>
          <p:cNvSpPr>
            <a:spLocks noGrp="1"/>
          </p:cNvSpPr>
          <p:nvPr>
            <p:ph type="subTitle" idx="1" hasCustomPrompt="1"/>
          </p:nvPr>
        </p:nvSpPr>
        <p:spPr>
          <a:xfrm>
            <a:off x="1828800" y="3886200"/>
            <a:ext cx="8534400" cy="702578"/>
          </a:xfrm>
        </p:spPr>
        <p:txBody>
          <a:bodyPr/>
          <a:lstStyle>
            <a:lvl1pPr marL="0" indent="0" algn="ctr">
              <a:buNone/>
              <a:defRPr kumimoji="1" lang="zh-CN" altLang="en-US" sz="2400" b="1" kern="1200" dirty="0">
                <a:solidFill>
                  <a:srgbClr val="002060"/>
                </a:solidFill>
                <a:latin typeface="微软雅黑" panose="020B0503020204020204" pitchFamily="34" charset="-122"/>
                <a:ea typeface="微软雅黑" panose="020B0503020204020204" pitchFamily="34" charset="-122"/>
                <a:cs typeface="Arial Unicode MS" pitchFamily="34" charset="-122"/>
                <a:sym typeface="Arial" panose="020B0604020202020204"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zh-CN" dirty="0"/>
              <a:t>&lt;</a:t>
            </a:r>
            <a:r>
              <a:rPr lang="zh-CN" altLang="en-US" dirty="0"/>
              <a:t>副标题</a:t>
            </a:r>
            <a:r>
              <a:rPr lang="en-US" altLang="zh-CN" dirty="0"/>
              <a:t>&gt;</a:t>
            </a:r>
            <a:endParaRPr lang="zh-CN" altLang="en-US" dirty="0"/>
          </a:p>
        </p:txBody>
      </p:sp>
      <p:sp>
        <p:nvSpPr>
          <p:cNvPr id="8" name="内容占位符 13"/>
          <p:cNvSpPr>
            <a:spLocks noGrp="1"/>
          </p:cNvSpPr>
          <p:nvPr>
            <p:ph sz="quarter" idx="13" hasCustomPrompt="1"/>
          </p:nvPr>
        </p:nvSpPr>
        <p:spPr>
          <a:xfrm>
            <a:off x="8358910" y="4643765"/>
            <a:ext cx="1552196" cy="353328"/>
          </a:xfrm>
          <a:prstGeom prst="rect">
            <a:avLst/>
          </a:prstGeom>
        </p:spPr>
        <p:txBody>
          <a:bodyPr/>
          <a:lstStyle>
            <a:lvl1pPr marL="0" indent="0" algn="ctr" defTabSz="914400" rtl="0" eaLnBrk="1" fontAlgn="base" latinLnBrk="0" hangingPunct="1">
              <a:spcBef>
                <a:spcPct val="0"/>
              </a:spcBef>
              <a:spcAft>
                <a:spcPts val="1200"/>
              </a:spcAft>
              <a:buNone/>
              <a:defRPr kumimoji="1" lang="zh-CN" altLang="en-US" sz="2000" b="1" kern="1200" dirty="0" smtClean="0">
                <a:solidFill>
                  <a:srgbClr val="666699"/>
                </a:solidFill>
                <a:latin typeface="Arial" panose="020B0604020202020204"/>
                <a:ea typeface="楷体" panose="02010609060101010101" pitchFamily="49" charset="-122"/>
                <a:cs typeface="+mn-cs"/>
                <a:sym typeface="Arial" panose="020B0604020202020204" pitchFamily="34" charset="0"/>
              </a:defRPr>
            </a:lvl1pPr>
            <a:lvl2pPr marL="609600" indent="0">
              <a:buNone/>
              <a:defRPr/>
            </a:lvl2pPr>
            <a:lvl3pPr marL="1219200" indent="0">
              <a:buNone/>
              <a:defRPr/>
            </a:lvl3pPr>
            <a:lvl4pPr marL="1828800" indent="0">
              <a:buNone/>
              <a:defRPr/>
            </a:lvl4pPr>
            <a:lvl5pPr marL="2438400" indent="0">
              <a:buNone/>
              <a:defRPr/>
            </a:lvl5pPr>
          </a:lstStyle>
          <a:p>
            <a:pPr lvl="0"/>
            <a:r>
              <a:rPr lang="en-US" altLang="zh-CN" dirty="0"/>
              <a:t>&lt;</a:t>
            </a:r>
            <a:r>
              <a:rPr lang="zh-CN" altLang="en-US" dirty="0"/>
              <a:t>时间</a:t>
            </a:r>
            <a:r>
              <a:rPr lang="en-US" altLang="zh-CN" dirty="0"/>
              <a:t>&gt;</a:t>
            </a:r>
            <a:endParaRPr lang="zh-CN" altLang="en-US" dirty="0"/>
          </a:p>
        </p:txBody>
      </p:sp>
      <p:sp>
        <p:nvSpPr>
          <p:cNvPr id="9" name="内容占位符 13"/>
          <p:cNvSpPr>
            <a:spLocks noGrp="1"/>
          </p:cNvSpPr>
          <p:nvPr>
            <p:ph sz="quarter" idx="14" hasCustomPrompt="1"/>
          </p:nvPr>
        </p:nvSpPr>
        <p:spPr>
          <a:xfrm>
            <a:off x="8358910" y="5091167"/>
            <a:ext cx="1552196" cy="353328"/>
          </a:xfrm>
          <a:prstGeom prst="rect">
            <a:avLst/>
          </a:prstGeom>
        </p:spPr>
        <p:txBody>
          <a:bodyPr/>
          <a:lstStyle>
            <a:lvl1pPr marL="0" indent="0" algn="ctr" defTabSz="914400" rtl="0" eaLnBrk="1" fontAlgn="base" latinLnBrk="0" hangingPunct="1">
              <a:spcBef>
                <a:spcPct val="0"/>
              </a:spcBef>
              <a:spcAft>
                <a:spcPts val="1200"/>
              </a:spcAft>
              <a:buNone/>
              <a:defRPr kumimoji="1" lang="zh-CN" altLang="en-US" sz="2000" b="1" kern="1200" dirty="0" smtClean="0">
                <a:solidFill>
                  <a:srgbClr val="666699"/>
                </a:solidFill>
                <a:latin typeface="Arial" panose="020B0604020202020204"/>
                <a:ea typeface="楷体" panose="02010609060101010101" pitchFamily="49" charset="-122"/>
                <a:cs typeface="+mn-cs"/>
                <a:sym typeface="Arial" panose="020B0604020202020204" pitchFamily="34" charset="0"/>
              </a:defRPr>
            </a:lvl1pPr>
            <a:lvl2pPr marL="609600" indent="0">
              <a:buNone/>
              <a:defRPr/>
            </a:lvl2pPr>
            <a:lvl3pPr marL="1219200" indent="0">
              <a:buNone/>
              <a:defRPr/>
            </a:lvl3pPr>
            <a:lvl4pPr marL="1828800" indent="0">
              <a:buNone/>
              <a:defRPr/>
            </a:lvl4pPr>
            <a:lvl5pPr marL="2438400" indent="0">
              <a:buNone/>
              <a:defRPr/>
            </a:lvl5pPr>
          </a:lstStyle>
          <a:p>
            <a:pPr lvl="0"/>
            <a:r>
              <a:rPr lang="en-US" altLang="zh-CN" dirty="0"/>
              <a:t>&lt;</a:t>
            </a:r>
            <a:r>
              <a:rPr lang="zh-CN" altLang="en-US" dirty="0"/>
              <a:t>导师</a:t>
            </a:r>
            <a:r>
              <a:rPr lang="en-US" altLang="zh-CN" dirty="0"/>
              <a:t>&gt;</a:t>
            </a:r>
            <a:endParaRPr lang="zh-CN" altLang="en-US" dirty="0"/>
          </a:p>
        </p:txBody>
      </p:sp>
      <p:sp>
        <p:nvSpPr>
          <p:cNvPr id="10" name="内容占位符 13"/>
          <p:cNvSpPr>
            <a:spLocks noGrp="1"/>
          </p:cNvSpPr>
          <p:nvPr>
            <p:ph sz="quarter" idx="15" hasCustomPrompt="1"/>
          </p:nvPr>
        </p:nvSpPr>
        <p:spPr>
          <a:xfrm>
            <a:off x="8358910" y="5538569"/>
            <a:ext cx="1552196" cy="353328"/>
          </a:xfrm>
          <a:prstGeom prst="rect">
            <a:avLst/>
          </a:prstGeom>
        </p:spPr>
        <p:txBody>
          <a:bodyPr/>
          <a:lstStyle>
            <a:lvl1pPr marL="0" indent="0" algn="ctr" defTabSz="914400" rtl="0" eaLnBrk="1" fontAlgn="base" latinLnBrk="0" hangingPunct="1">
              <a:spcBef>
                <a:spcPct val="0"/>
              </a:spcBef>
              <a:spcAft>
                <a:spcPts val="1200"/>
              </a:spcAft>
              <a:buNone/>
              <a:defRPr kumimoji="1" lang="zh-CN" altLang="en-US" sz="2000" b="1" kern="1200" dirty="0" smtClean="0">
                <a:solidFill>
                  <a:srgbClr val="666699"/>
                </a:solidFill>
                <a:latin typeface="Arial" panose="020B0604020202020204"/>
                <a:ea typeface="楷体" panose="02010609060101010101" pitchFamily="49" charset="-122"/>
                <a:cs typeface="+mn-cs"/>
                <a:sym typeface="Arial" panose="020B0604020202020204" pitchFamily="34" charset="0"/>
              </a:defRPr>
            </a:lvl1pPr>
            <a:lvl2pPr marL="609600" indent="0">
              <a:buNone/>
              <a:defRPr/>
            </a:lvl2pPr>
            <a:lvl3pPr marL="1219200" indent="0">
              <a:buNone/>
              <a:defRPr/>
            </a:lvl3pPr>
            <a:lvl4pPr marL="1828800" indent="0">
              <a:buNone/>
              <a:defRPr/>
            </a:lvl4pPr>
            <a:lvl5pPr marL="2438400" indent="0">
              <a:buNone/>
              <a:defRPr/>
            </a:lvl5pPr>
          </a:lstStyle>
          <a:p>
            <a:pPr lvl="0"/>
            <a:r>
              <a:rPr lang="en-US" altLang="zh-CN" dirty="0"/>
              <a:t>&lt;</a:t>
            </a:r>
            <a:r>
              <a:rPr lang="zh-CN" altLang="en-US" dirty="0"/>
              <a:t>汇报人</a:t>
            </a:r>
            <a:r>
              <a:rPr lang="en-US" altLang="zh-CN" dirty="0"/>
              <a:t>&gt;</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目录">
    <p:spTree>
      <p:nvGrpSpPr>
        <p:cNvPr id="1" name=""/>
        <p:cNvGrpSpPr/>
        <p:nvPr/>
      </p:nvGrpSpPr>
      <p:grpSpPr>
        <a:xfrm>
          <a:off x="0" y="0"/>
          <a:ext cx="0" cy="0"/>
          <a:chOff x="0" y="0"/>
          <a:chExt cx="0" cy="0"/>
        </a:xfrm>
      </p:grpSpPr>
      <p:sp>
        <p:nvSpPr>
          <p:cNvPr id="6" name="文本框 5"/>
          <p:cNvSpPr txBox="1"/>
          <p:nvPr/>
        </p:nvSpPr>
        <p:spPr>
          <a:xfrm>
            <a:off x="3454399" y="67111"/>
            <a:ext cx="8128000" cy="523220"/>
          </a:xfrm>
          <a:prstGeom prst="rect">
            <a:avLst/>
          </a:prstGeom>
          <a:noFill/>
        </p:spPr>
        <p:txBody>
          <a:bodyPr wrap="square" rtlCol="0">
            <a:spAutoFit/>
          </a:bodyPr>
          <a:lstStyle/>
          <a:p>
            <a:pPr algn="r"/>
            <a:r>
              <a:rPr kumimoji="0" lang="zh-CN" altLang="en-US" sz="2800" b="1" i="0" u="none" strike="noStrike" kern="1200" cap="none" spc="0" normalizeH="0" baseline="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目录</a:t>
            </a:r>
            <a:endParaRPr kumimoji="0" lang="zh-CN" altLang="en-US" sz="2800" b="1" i="0" u="none" strike="noStrike" kern="1200" cap="none" spc="0" normalizeH="0" baseline="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3" name="文本框 2"/>
          <p:cNvSpPr txBox="1"/>
          <p:nvPr userDrawn="1"/>
        </p:nvSpPr>
        <p:spPr>
          <a:xfrm>
            <a:off x="3454399" y="67111"/>
            <a:ext cx="8128000" cy="523220"/>
          </a:xfrm>
          <a:prstGeom prst="rect">
            <a:avLst/>
          </a:prstGeom>
          <a:noFill/>
        </p:spPr>
        <p:txBody>
          <a:bodyPr wrap="square" rtlCol="0">
            <a:spAutoFit/>
          </a:bodyPr>
          <a:lstStyle/>
          <a:p>
            <a:pPr algn="r"/>
            <a:r>
              <a:rPr kumimoji="0" lang="zh-CN" altLang="en-US" sz="2800" b="1" i="0" u="none" strike="noStrike" kern="1200" cap="none" spc="0" normalizeH="0" baseline="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目录</a:t>
            </a:r>
            <a:endParaRPr kumimoji="0" lang="zh-CN" altLang="en-US" sz="2800" b="1" i="0" u="none" strike="noStrike" kern="1200" cap="none" spc="0" normalizeH="0" baseline="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有二级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3454401" y="33137"/>
            <a:ext cx="8128000" cy="587595"/>
          </a:xfrm>
        </p:spPr>
        <p:txBody>
          <a:bodyPr/>
          <a:lstStyle>
            <a:lvl1pPr algn="r">
              <a:defRPr kumimoji="0" lang="zh-CN" altLang="en-US" sz="2800" b="1" i="0" u="none" strike="noStrike" kern="1200" cap="none" spc="0" normalizeH="0" baseline="0" dirty="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r>
              <a:rPr lang="en-US" altLang="zh-CN" dirty="0"/>
              <a:t>&lt;</a:t>
            </a:r>
            <a:r>
              <a:rPr lang="zh-CN" altLang="en-US" dirty="0"/>
              <a:t>一级标题</a:t>
            </a:r>
            <a:r>
              <a:rPr lang="en-US" altLang="zh-CN" dirty="0"/>
              <a:t>&gt;</a:t>
            </a:r>
            <a:endParaRPr lang="zh-CN" altLang="en-US" dirty="0"/>
          </a:p>
        </p:txBody>
      </p:sp>
      <p:sp>
        <p:nvSpPr>
          <p:cNvPr id="9" name="内容占位符 2"/>
          <p:cNvSpPr>
            <a:spLocks noGrp="1"/>
          </p:cNvSpPr>
          <p:nvPr>
            <p:ph idx="12" hasCustomPrompt="1"/>
          </p:nvPr>
        </p:nvSpPr>
        <p:spPr>
          <a:xfrm>
            <a:off x="609600" y="1609133"/>
            <a:ext cx="10972800" cy="4525963"/>
          </a:xfrm>
        </p:spPr>
        <p:txBody>
          <a:bodyPr/>
          <a:lstStyle>
            <a:lvl1pPr marL="0" indent="0">
              <a:buFontTx/>
              <a:buNone/>
              <a:defRPr lang="zh-CN" altLang="en-US" sz="2000" kern="1200" dirty="0">
                <a:solidFill>
                  <a:schemeClr val="tx1"/>
                </a:solidFill>
                <a:latin typeface="微软雅黑" panose="020B0503020204020204" pitchFamily="34" charset="-122"/>
                <a:ea typeface="微软雅黑" panose="020B0503020204020204" pitchFamily="34" charset="-122"/>
                <a:cs typeface="+mn-cs"/>
              </a:defRPr>
            </a:lvl1pPr>
            <a:lvl2pPr marL="457200" indent="0">
              <a:buFontTx/>
              <a:buNone/>
              <a:defRPr lang="zh-CN" altLang="en-US" sz="1600" kern="1200" dirty="0">
                <a:solidFill>
                  <a:schemeClr val="tx1"/>
                </a:solidFill>
                <a:latin typeface="微软雅黑" panose="020B0503020204020204" pitchFamily="34" charset="-122"/>
                <a:ea typeface="微软雅黑" panose="020B0503020204020204" pitchFamily="34" charset="-122"/>
                <a:cs typeface="+mn-cs"/>
              </a:defRPr>
            </a:lvl2pPr>
            <a:lvl3pPr marL="914400" indent="0">
              <a:buFontTx/>
              <a:buNone/>
              <a:defRPr baseline="0">
                <a:solidFill>
                  <a:schemeClr val="accent5">
                    <a:lumMod val="25000"/>
                  </a:schemeClr>
                </a:solidFill>
                <a:latin typeface="微软雅黑" panose="020B0503020204020204" pitchFamily="34" charset="-122"/>
              </a:defRPr>
            </a:lvl3pPr>
            <a:lvl4pPr marL="1371600" indent="0">
              <a:buFontTx/>
              <a:buNone/>
              <a:defRPr baseline="0">
                <a:solidFill>
                  <a:schemeClr val="accent5">
                    <a:lumMod val="25000"/>
                  </a:schemeClr>
                </a:solidFill>
                <a:latin typeface="微软雅黑" panose="020B0503020204020204" pitchFamily="34" charset="-122"/>
              </a:defRPr>
            </a:lvl4pPr>
            <a:lvl5pPr marL="1828800" indent="0">
              <a:buFontTx/>
              <a:buNone/>
              <a:defRPr baseline="0">
                <a:solidFill>
                  <a:schemeClr val="accent5">
                    <a:lumMod val="25000"/>
                  </a:schemeClr>
                </a:solidFill>
                <a:latin typeface="微软雅黑" panose="020B0503020204020204" pitchFamily="34" charset="-122"/>
              </a:defRPr>
            </a:lvl5pPr>
          </a:lstStyle>
          <a:p>
            <a:pPr lvl="0"/>
            <a:r>
              <a:rPr lang="en-US" altLang="zh-CN" dirty="0"/>
              <a:t>&lt;</a:t>
            </a:r>
            <a:r>
              <a:rPr lang="zh-CN" altLang="en-US" dirty="0"/>
              <a:t>一级文本</a:t>
            </a:r>
            <a:r>
              <a:rPr lang="en-US" altLang="zh-CN" dirty="0"/>
              <a:t>&gt;</a:t>
            </a:r>
            <a:endParaRPr lang="zh-CN" altLang="en-US" dirty="0"/>
          </a:p>
          <a:p>
            <a:pPr lvl="1"/>
            <a:r>
              <a:rPr lang="en-US" altLang="zh-CN" dirty="0"/>
              <a:t>&lt;</a:t>
            </a:r>
            <a:r>
              <a:rPr lang="zh-CN" altLang="en-US" dirty="0"/>
              <a:t>二级文本</a:t>
            </a:r>
            <a:r>
              <a:rPr lang="en-US" altLang="zh-CN" dirty="0"/>
              <a:t>&gt;</a:t>
            </a:r>
            <a:endParaRPr lang="zh-CN" altLang="en-US" dirty="0"/>
          </a:p>
        </p:txBody>
      </p:sp>
      <p:sp>
        <p:nvSpPr>
          <p:cNvPr id="15" name="日期占位符 14"/>
          <p:cNvSpPr>
            <a:spLocks noGrp="1"/>
          </p:cNvSpPr>
          <p:nvPr>
            <p:ph type="dt" sz="half" idx="14"/>
          </p:nvPr>
        </p:nvSpPr>
        <p:spPr/>
        <p:txBody>
          <a:bodyPr/>
          <a:lstStyle/>
          <a:p>
            <a:pPr>
              <a:defRPr/>
            </a:pPr>
            <a:fld id="{951536BF-8A02-4AEC-AD29-E1D69A5B2734}" type="datetime1">
              <a:rPr lang="zh-CN" altLang="en-US" smtClean="0"/>
            </a:fld>
            <a:endParaRPr lang="en-US" altLang="zh-CN" sz="1800"/>
          </a:p>
        </p:txBody>
      </p:sp>
      <p:sp>
        <p:nvSpPr>
          <p:cNvPr id="16" name="页脚占位符 15"/>
          <p:cNvSpPr>
            <a:spLocks noGrp="1"/>
          </p:cNvSpPr>
          <p:nvPr>
            <p:ph type="ftr" sz="quarter" idx="15"/>
          </p:nvPr>
        </p:nvSpPr>
        <p:spPr/>
        <p:txBody>
          <a:bodyPr/>
          <a:lstStyle/>
          <a:p>
            <a:pPr>
              <a:defRPr/>
            </a:pPr>
            <a:endParaRPr lang="zh-CN" altLang="zh-CN"/>
          </a:p>
        </p:txBody>
      </p:sp>
      <p:sp>
        <p:nvSpPr>
          <p:cNvPr id="17" name="灯片编号占位符 16"/>
          <p:cNvSpPr>
            <a:spLocks noGrp="1"/>
          </p:cNvSpPr>
          <p:nvPr>
            <p:ph type="sldNum" sz="quarter" idx="16"/>
          </p:nvPr>
        </p:nvSpPr>
        <p:spPr/>
        <p:txBody>
          <a:bodyPr/>
          <a:lstStyle/>
          <a:p>
            <a:pPr>
              <a:defRPr/>
            </a:pPr>
            <a:fld id="{C32AF5BB-4640-4834-A9F6-E1E43A76A632}" type="slidenum">
              <a:rPr lang="zh-CN" altLang="en-US" smtClean="0"/>
            </a:fld>
            <a:endParaRPr lang="en-US" altLang="zh-CN"/>
          </a:p>
        </p:txBody>
      </p:sp>
      <p:sp>
        <p:nvSpPr>
          <p:cNvPr id="10" name="文本占位符 13"/>
          <p:cNvSpPr>
            <a:spLocks noGrp="1"/>
          </p:cNvSpPr>
          <p:nvPr>
            <p:ph type="body" sz="quarter" idx="20" hasCustomPrompt="1"/>
          </p:nvPr>
        </p:nvSpPr>
        <p:spPr>
          <a:xfrm>
            <a:off x="609600" y="978174"/>
            <a:ext cx="3498136" cy="454745"/>
          </a:xfrm>
        </p:spPr>
        <p:txBody>
          <a:bodyPr/>
          <a:lstStyle>
            <a:lvl1pPr marL="0" indent="0" algn="ctr">
              <a:buFontTx/>
              <a:buNone/>
              <a:defRPr lang="zh-CN" altLang="en-US" sz="2000" b="1" kern="1200" dirty="0" smtClean="0">
                <a:solidFill>
                  <a:srgbClr val="FFFFFF"/>
                </a:solidFill>
                <a:latin typeface="微软雅黑" panose="020B0503020204020204" pitchFamily="34" charset="-122"/>
                <a:ea typeface="微软雅黑" panose="020B0503020204020204" pitchFamily="34" charset="-122"/>
                <a:cs typeface="+mn-cs"/>
                <a:sym typeface="Arial" panose="020B06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&lt;</a:t>
            </a:r>
            <a:r>
              <a:rPr lang="zh-CN" altLang="en-US" dirty="0"/>
              <a:t>二级标题</a:t>
            </a:r>
            <a:r>
              <a:rPr lang="en-US" altLang="zh-CN" dirty="0"/>
              <a:t>&gt;</a:t>
            </a:r>
            <a:endParaRPr lang="zh-CN" altLang="en-US" dirty="0"/>
          </a:p>
        </p:txBody>
      </p:sp>
    </p:spTree>
  </p:cSld>
  <p:clrMapOvr>
    <a:masterClrMapping/>
  </p:clrMapOvr>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一级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3454401" y="33137"/>
            <a:ext cx="8128000" cy="587595"/>
          </a:xfrm>
        </p:spPr>
        <p:txBody>
          <a:bodyPr/>
          <a:lstStyle>
            <a:lvl1pPr algn="r">
              <a:defRPr kumimoji="0" lang="zh-CN" altLang="en-US" sz="2800" b="1" i="0" u="none" strike="noStrike" kern="1200" cap="none" spc="0" normalizeH="0" baseline="0" dirty="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r>
              <a:rPr lang="en-US" altLang="zh-CN" dirty="0"/>
              <a:t>&lt;</a:t>
            </a:r>
            <a:r>
              <a:rPr lang="zh-CN" altLang="en-US" dirty="0"/>
              <a:t>一级标题</a:t>
            </a:r>
            <a:r>
              <a:rPr lang="en-US" altLang="zh-CN" dirty="0"/>
              <a:t>&gt;</a:t>
            </a:r>
            <a:endParaRPr lang="zh-CN" altLang="en-US" dirty="0"/>
          </a:p>
        </p:txBody>
      </p:sp>
      <p:sp>
        <p:nvSpPr>
          <p:cNvPr id="9" name="内容占位符 2"/>
          <p:cNvSpPr>
            <a:spLocks noGrp="1"/>
          </p:cNvSpPr>
          <p:nvPr>
            <p:ph idx="12" hasCustomPrompt="1"/>
          </p:nvPr>
        </p:nvSpPr>
        <p:spPr>
          <a:xfrm>
            <a:off x="609600" y="993115"/>
            <a:ext cx="10972800" cy="4525963"/>
          </a:xfrm>
        </p:spPr>
        <p:txBody>
          <a:bodyPr/>
          <a:lstStyle>
            <a:lvl1pPr marL="0" indent="0">
              <a:buFontTx/>
              <a:buNone/>
              <a:defRPr lang="zh-CN" altLang="en-US" sz="2000" kern="1200" dirty="0">
                <a:solidFill>
                  <a:schemeClr val="tx1"/>
                </a:solidFill>
                <a:latin typeface="微软雅黑" panose="020B0503020204020204" pitchFamily="34" charset="-122"/>
                <a:ea typeface="微软雅黑" panose="020B0503020204020204" pitchFamily="34" charset="-122"/>
                <a:cs typeface="+mn-cs"/>
              </a:defRPr>
            </a:lvl1pPr>
            <a:lvl2pPr marL="457200" indent="0">
              <a:buFontTx/>
              <a:buNone/>
              <a:defRPr lang="zh-CN" altLang="en-US" sz="1600" kern="1200" dirty="0">
                <a:solidFill>
                  <a:schemeClr val="tx1"/>
                </a:solidFill>
                <a:latin typeface="微软雅黑" panose="020B0503020204020204" pitchFamily="34" charset="-122"/>
                <a:ea typeface="微软雅黑" panose="020B0503020204020204" pitchFamily="34" charset="-122"/>
                <a:cs typeface="+mn-cs"/>
              </a:defRPr>
            </a:lvl2pPr>
            <a:lvl3pPr marL="914400" indent="0">
              <a:buFontTx/>
              <a:buNone/>
              <a:defRPr baseline="0">
                <a:solidFill>
                  <a:schemeClr val="accent5">
                    <a:lumMod val="25000"/>
                  </a:schemeClr>
                </a:solidFill>
                <a:latin typeface="微软雅黑" panose="020B0503020204020204" pitchFamily="34" charset="-122"/>
              </a:defRPr>
            </a:lvl3pPr>
            <a:lvl4pPr marL="1371600" indent="0">
              <a:buFontTx/>
              <a:buNone/>
              <a:defRPr baseline="0">
                <a:solidFill>
                  <a:schemeClr val="accent5">
                    <a:lumMod val="25000"/>
                  </a:schemeClr>
                </a:solidFill>
                <a:latin typeface="微软雅黑" panose="020B0503020204020204" pitchFamily="34" charset="-122"/>
              </a:defRPr>
            </a:lvl4pPr>
            <a:lvl5pPr marL="1828800" indent="0">
              <a:buFontTx/>
              <a:buNone/>
              <a:defRPr baseline="0">
                <a:solidFill>
                  <a:schemeClr val="accent5">
                    <a:lumMod val="25000"/>
                  </a:schemeClr>
                </a:solidFill>
                <a:latin typeface="微软雅黑" panose="020B0503020204020204" pitchFamily="34" charset="-122"/>
              </a:defRPr>
            </a:lvl5pPr>
          </a:lstStyle>
          <a:p>
            <a:pPr lvl="0"/>
            <a:r>
              <a:rPr lang="en-US" altLang="zh-CN" dirty="0"/>
              <a:t>&lt;</a:t>
            </a:r>
            <a:r>
              <a:rPr lang="zh-CN" altLang="en-US" dirty="0"/>
              <a:t>一级文本</a:t>
            </a:r>
            <a:r>
              <a:rPr lang="en-US" altLang="zh-CN" dirty="0"/>
              <a:t>&gt;</a:t>
            </a:r>
            <a:endParaRPr lang="zh-CN" altLang="en-US" dirty="0"/>
          </a:p>
          <a:p>
            <a:pPr lvl="1"/>
            <a:r>
              <a:rPr lang="en-US" altLang="zh-CN" dirty="0"/>
              <a:t>&lt;</a:t>
            </a:r>
            <a:r>
              <a:rPr lang="zh-CN" altLang="en-US" dirty="0"/>
              <a:t>二级文本</a:t>
            </a:r>
            <a:r>
              <a:rPr lang="en-US" altLang="zh-CN" dirty="0"/>
              <a:t>&gt;</a:t>
            </a:r>
            <a:endParaRPr lang="zh-CN" altLang="en-US" dirty="0"/>
          </a:p>
        </p:txBody>
      </p:sp>
      <p:sp>
        <p:nvSpPr>
          <p:cNvPr id="15" name="日期占位符 14"/>
          <p:cNvSpPr>
            <a:spLocks noGrp="1"/>
          </p:cNvSpPr>
          <p:nvPr>
            <p:ph type="dt" sz="half" idx="14"/>
          </p:nvPr>
        </p:nvSpPr>
        <p:spPr/>
        <p:txBody>
          <a:bodyPr/>
          <a:lstStyle/>
          <a:p>
            <a:pPr>
              <a:defRPr/>
            </a:pPr>
            <a:fld id="{951536BF-8A02-4AEC-AD29-E1D69A5B2734}" type="datetime1">
              <a:rPr lang="zh-CN" altLang="en-US" smtClean="0"/>
            </a:fld>
            <a:endParaRPr lang="en-US" altLang="zh-CN" sz="1800"/>
          </a:p>
        </p:txBody>
      </p:sp>
      <p:sp>
        <p:nvSpPr>
          <p:cNvPr id="16" name="页脚占位符 15"/>
          <p:cNvSpPr>
            <a:spLocks noGrp="1"/>
          </p:cNvSpPr>
          <p:nvPr>
            <p:ph type="ftr" sz="quarter" idx="15"/>
          </p:nvPr>
        </p:nvSpPr>
        <p:spPr/>
        <p:txBody>
          <a:bodyPr/>
          <a:lstStyle/>
          <a:p>
            <a:pPr>
              <a:defRPr/>
            </a:pPr>
            <a:endParaRPr lang="zh-CN" altLang="zh-CN"/>
          </a:p>
        </p:txBody>
      </p:sp>
      <p:sp>
        <p:nvSpPr>
          <p:cNvPr id="17" name="灯片编号占位符 16"/>
          <p:cNvSpPr>
            <a:spLocks noGrp="1"/>
          </p:cNvSpPr>
          <p:nvPr>
            <p:ph type="sldNum" sz="quarter" idx="16"/>
          </p:nvPr>
        </p:nvSpPr>
        <p:spPr/>
        <p:txBody>
          <a:bodyPr/>
          <a:lstStyle/>
          <a:p>
            <a:pPr>
              <a:defRPr/>
            </a:pPr>
            <a:fld id="{C32AF5BB-4640-4834-A9F6-E1E43A76A632}" type="slidenum">
              <a:rPr lang="zh-CN" altLang="en-US" smtClean="0"/>
            </a:fld>
            <a:endParaRPr lang="en-US" altLang="zh-CN"/>
          </a:p>
        </p:txBody>
      </p:sp>
    </p:spTree>
  </p:cSld>
  <p:clrMapOvr>
    <a:masterClrMapping/>
  </p:clrMapOvr>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有短二级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3454401" y="33137"/>
            <a:ext cx="8128000" cy="587595"/>
          </a:xfrm>
        </p:spPr>
        <p:txBody>
          <a:bodyPr/>
          <a:lstStyle>
            <a:lvl1pPr algn="r">
              <a:defRPr kumimoji="0" lang="zh-CN" altLang="en-US" sz="2800" b="1" i="0" u="none" strike="noStrike" kern="1200" cap="none" spc="0" normalizeH="0" baseline="0" dirty="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r>
              <a:rPr lang="en-US" altLang="zh-CN" dirty="0"/>
              <a:t>&lt;</a:t>
            </a:r>
            <a:r>
              <a:rPr lang="zh-CN" altLang="en-US" dirty="0"/>
              <a:t>一级标题</a:t>
            </a:r>
            <a:r>
              <a:rPr lang="en-US" altLang="zh-CN" dirty="0"/>
              <a:t>&gt;</a:t>
            </a:r>
            <a:endParaRPr lang="zh-CN" altLang="en-US" dirty="0"/>
          </a:p>
        </p:txBody>
      </p:sp>
      <p:sp>
        <p:nvSpPr>
          <p:cNvPr id="9" name="内容占位符 2"/>
          <p:cNvSpPr>
            <a:spLocks noGrp="1"/>
          </p:cNvSpPr>
          <p:nvPr>
            <p:ph idx="12" hasCustomPrompt="1"/>
          </p:nvPr>
        </p:nvSpPr>
        <p:spPr>
          <a:xfrm>
            <a:off x="609600" y="1609133"/>
            <a:ext cx="10972800" cy="4525963"/>
          </a:xfrm>
        </p:spPr>
        <p:txBody>
          <a:bodyPr/>
          <a:lstStyle>
            <a:lvl1pPr marL="0" indent="0">
              <a:buFontTx/>
              <a:buNone/>
              <a:defRPr lang="zh-CN" altLang="en-US" sz="2000" kern="1200" dirty="0">
                <a:solidFill>
                  <a:schemeClr val="tx1"/>
                </a:solidFill>
                <a:latin typeface="微软雅黑" panose="020B0503020204020204" pitchFamily="34" charset="-122"/>
                <a:ea typeface="微软雅黑" panose="020B0503020204020204" pitchFamily="34" charset="-122"/>
                <a:cs typeface="+mn-cs"/>
              </a:defRPr>
            </a:lvl1pPr>
            <a:lvl2pPr marL="457200" indent="0">
              <a:buFontTx/>
              <a:buNone/>
              <a:defRPr lang="zh-CN" altLang="en-US" sz="1600" kern="1200" dirty="0">
                <a:solidFill>
                  <a:schemeClr val="tx1"/>
                </a:solidFill>
                <a:latin typeface="微软雅黑" panose="020B0503020204020204" pitchFamily="34" charset="-122"/>
                <a:ea typeface="微软雅黑" panose="020B0503020204020204" pitchFamily="34" charset="-122"/>
                <a:cs typeface="+mn-cs"/>
              </a:defRPr>
            </a:lvl2pPr>
            <a:lvl3pPr marL="914400" indent="0">
              <a:buFontTx/>
              <a:buNone/>
              <a:defRPr baseline="0">
                <a:solidFill>
                  <a:schemeClr val="accent5">
                    <a:lumMod val="25000"/>
                  </a:schemeClr>
                </a:solidFill>
                <a:latin typeface="微软雅黑" panose="020B0503020204020204" pitchFamily="34" charset="-122"/>
              </a:defRPr>
            </a:lvl3pPr>
            <a:lvl4pPr marL="1371600" indent="0">
              <a:buFontTx/>
              <a:buNone/>
              <a:defRPr baseline="0">
                <a:solidFill>
                  <a:schemeClr val="accent5">
                    <a:lumMod val="25000"/>
                  </a:schemeClr>
                </a:solidFill>
                <a:latin typeface="微软雅黑" panose="020B0503020204020204" pitchFamily="34" charset="-122"/>
              </a:defRPr>
            </a:lvl4pPr>
            <a:lvl5pPr marL="1828800" indent="0">
              <a:buFontTx/>
              <a:buNone/>
              <a:defRPr baseline="0">
                <a:solidFill>
                  <a:schemeClr val="accent5">
                    <a:lumMod val="25000"/>
                  </a:schemeClr>
                </a:solidFill>
                <a:latin typeface="微软雅黑" panose="020B0503020204020204" pitchFamily="34" charset="-122"/>
              </a:defRPr>
            </a:lvl5pPr>
          </a:lstStyle>
          <a:p>
            <a:pPr lvl="0"/>
            <a:r>
              <a:rPr lang="en-US" altLang="zh-CN" dirty="0"/>
              <a:t>&lt;</a:t>
            </a:r>
            <a:r>
              <a:rPr lang="zh-CN" altLang="en-US" dirty="0"/>
              <a:t>一级文本</a:t>
            </a:r>
            <a:r>
              <a:rPr lang="en-US" altLang="zh-CN" dirty="0"/>
              <a:t>&gt;</a:t>
            </a:r>
            <a:endParaRPr lang="zh-CN" altLang="en-US" dirty="0"/>
          </a:p>
          <a:p>
            <a:pPr lvl="1"/>
            <a:r>
              <a:rPr lang="en-US" altLang="zh-CN" dirty="0"/>
              <a:t>&lt;</a:t>
            </a:r>
            <a:r>
              <a:rPr lang="zh-CN" altLang="en-US" dirty="0"/>
              <a:t>二级文本</a:t>
            </a:r>
            <a:r>
              <a:rPr lang="en-US" altLang="zh-CN" dirty="0"/>
              <a:t>&gt;</a:t>
            </a:r>
            <a:endParaRPr lang="zh-CN" altLang="en-US" dirty="0"/>
          </a:p>
        </p:txBody>
      </p:sp>
      <p:sp>
        <p:nvSpPr>
          <p:cNvPr id="15" name="日期占位符 14"/>
          <p:cNvSpPr>
            <a:spLocks noGrp="1"/>
          </p:cNvSpPr>
          <p:nvPr>
            <p:ph type="dt" sz="half" idx="14"/>
          </p:nvPr>
        </p:nvSpPr>
        <p:spPr/>
        <p:txBody>
          <a:bodyPr/>
          <a:lstStyle/>
          <a:p>
            <a:pPr>
              <a:defRPr/>
            </a:pPr>
            <a:fld id="{951536BF-8A02-4AEC-AD29-E1D69A5B2734}" type="datetime1">
              <a:rPr lang="zh-CN" altLang="en-US" smtClean="0"/>
            </a:fld>
            <a:endParaRPr lang="en-US" altLang="zh-CN" sz="1800"/>
          </a:p>
        </p:txBody>
      </p:sp>
      <p:sp>
        <p:nvSpPr>
          <p:cNvPr id="16" name="页脚占位符 15"/>
          <p:cNvSpPr>
            <a:spLocks noGrp="1"/>
          </p:cNvSpPr>
          <p:nvPr>
            <p:ph type="ftr" sz="quarter" idx="15"/>
          </p:nvPr>
        </p:nvSpPr>
        <p:spPr/>
        <p:txBody>
          <a:bodyPr/>
          <a:lstStyle/>
          <a:p>
            <a:pPr>
              <a:defRPr/>
            </a:pPr>
            <a:endParaRPr lang="zh-CN" altLang="zh-CN"/>
          </a:p>
        </p:txBody>
      </p:sp>
      <p:sp>
        <p:nvSpPr>
          <p:cNvPr id="17" name="灯片编号占位符 16"/>
          <p:cNvSpPr>
            <a:spLocks noGrp="1"/>
          </p:cNvSpPr>
          <p:nvPr>
            <p:ph type="sldNum" sz="quarter" idx="16"/>
          </p:nvPr>
        </p:nvSpPr>
        <p:spPr/>
        <p:txBody>
          <a:bodyPr/>
          <a:lstStyle/>
          <a:p>
            <a:pPr>
              <a:defRPr/>
            </a:pPr>
            <a:fld id="{C32AF5BB-4640-4834-A9F6-E1E43A76A632}" type="slidenum">
              <a:rPr lang="zh-CN" altLang="en-US" smtClean="0"/>
            </a:fld>
            <a:endParaRPr lang="en-US" altLang="zh-CN"/>
          </a:p>
        </p:txBody>
      </p:sp>
      <p:sp>
        <p:nvSpPr>
          <p:cNvPr id="10" name="文本占位符 13"/>
          <p:cNvSpPr>
            <a:spLocks noGrp="1"/>
          </p:cNvSpPr>
          <p:nvPr>
            <p:ph type="body" sz="quarter" idx="20" hasCustomPrompt="1"/>
          </p:nvPr>
        </p:nvSpPr>
        <p:spPr>
          <a:xfrm>
            <a:off x="609600" y="978174"/>
            <a:ext cx="3498136" cy="454745"/>
          </a:xfrm>
        </p:spPr>
        <p:txBody>
          <a:bodyPr/>
          <a:lstStyle>
            <a:lvl1pPr marL="0" indent="0" algn="ctr">
              <a:buFontTx/>
              <a:buNone/>
              <a:defRPr lang="zh-CN" altLang="en-US" sz="2000" b="1" kern="1200" dirty="0" smtClean="0">
                <a:solidFill>
                  <a:srgbClr val="FFFFFF"/>
                </a:solidFill>
                <a:latin typeface="微软雅黑" panose="020B0503020204020204" pitchFamily="34" charset="-122"/>
                <a:ea typeface="微软雅黑" panose="020B0503020204020204" pitchFamily="34" charset="-122"/>
                <a:cs typeface="+mn-cs"/>
                <a:sym typeface="Arial" panose="020B06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&lt;</a:t>
            </a:r>
            <a:r>
              <a:rPr lang="zh-CN" altLang="en-US" dirty="0"/>
              <a:t>二级标题</a:t>
            </a:r>
            <a:r>
              <a:rPr lang="en-US" altLang="zh-CN" dirty="0"/>
              <a:t>&gt;</a:t>
            </a:r>
            <a:endParaRPr lang="zh-CN" altLang="en-US" dirty="0"/>
          </a:p>
        </p:txBody>
      </p:sp>
    </p:spTree>
  </p:cSld>
  <p:clrMapOvr>
    <a:masterClrMapping/>
  </p:clrMapOvr>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有长二级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3454401" y="33137"/>
            <a:ext cx="8128000" cy="587595"/>
          </a:xfrm>
        </p:spPr>
        <p:txBody>
          <a:bodyPr/>
          <a:lstStyle>
            <a:lvl1pPr algn="r">
              <a:defRPr kumimoji="0" lang="zh-CN" altLang="en-US" sz="2800" b="1" i="0" u="none" strike="noStrike" kern="1200" cap="none" spc="0" normalizeH="0" baseline="0" dirty="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r>
              <a:rPr lang="en-US" altLang="zh-CN" dirty="0"/>
              <a:t>&lt;</a:t>
            </a:r>
            <a:r>
              <a:rPr lang="zh-CN" altLang="en-US" dirty="0"/>
              <a:t>一级标题</a:t>
            </a:r>
            <a:r>
              <a:rPr lang="en-US" altLang="zh-CN" dirty="0"/>
              <a:t>&gt;</a:t>
            </a:r>
            <a:endParaRPr lang="zh-CN" altLang="en-US" dirty="0"/>
          </a:p>
        </p:txBody>
      </p:sp>
      <p:sp>
        <p:nvSpPr>
          <p:cNvPr id="9" name="内容占位符 2"/>
          <p:cNvSpPr>
            <a:spLocks noGrp="1"/>
          </p:cNvSpPr>
          <p:nvPr>
            <p:ph idx="12" hasCustomPrompt="1"/>
          </p:nvPr>
        </p:nvSpPr>
        <p:spPr>
          <a:xfrm>
            <a:off x="609600" y="1609133"/>
            <a:ext cx="10972800" cy="4525963"/>
          </a:xfrm>
        </p:spPr>
        <p:txBody>
          <a:bodyPr/>
          <a:lstStyle>
            <a:lvl1pPr marL="0" indent="0">
              <a:buFontTx/>
              <a:buNone/>
              <a:defRPr lang="zh-CN" altLang="en-US" sz="2000" kern="1200" dirty="0">
                <a:solidFill>
                  <a:schemeClr val="tx1"/>
                </a:solidFill>
                <a:latin typeface="微软雅黑" panose="020B0503020204020204" pitchFamily="34" charset="-122"/>
                <a:ea typeface="微软雅黑" panose="020B0503020204020204" pitchFamily="34" charset="-122"/>
                <a:cs typeface="+mn-cs"/>
              </a:defRPr>
            </a:lvl1pPr>
            <a:lvl2pPr marL="457200" indent="0">
              <a:buFontTx/>
              <a:buNone/>
              <a:defRPr lang="zh-CN" altLang="en-US" sz="1600" kern="1200" dirty="0">
                <a:solidFill>
                  <a:schemeClr val="tx1"/>
                </a:solidFill>
                <a:latin typeface="微软雅黑" panose="020B0503020204020204" pitchFamily="34" charset="-122"/>
                <a:ea typeface="微软雅黑" panose="020B0503020204020204" pitchFamily="34" charset="-122"/>
                <a:cs typeface="+mn-cs"/>
              </a:defRPr>
            </a:lvl2pPr>
            <a:lvl3pPr marL="914400" indent="0">
              <a:buFontTx/>
              <a:buNone/>
              <a:defRPr baseline="0">
                <a:solidFill>
                  <a:schemeClr val="accent5">
                    <a:lumMod val="25000"/>
                  </a:schemeClr>
                </a:solidFill>
                <a:latin typeface="微软雅黑" panose="020B0503020204020204" pitchFamily="34" charset="-122"/>
              </a:defRPr>
            </a:lvl3pPr>
            <a:lvl4pPr marL="1371600" indent="0">
              <a:buFontTx/>
              <a:buNone/>
              <a:defRPr baseline="0">
                <a:solidFill>
                  <a:schemeClr val="accent5">
                    <a:lumMod val="25000"/>
                  </a:schemeClr>
                </a:solidFill>
                <a:latin typeface="微软雅黑" panose="020B0503020204020204" pitchFamily="34" charset="-122"/>
              </a:defRPr>
            </a:lvl4pPr>
            <a:lvl5pPr marL="1828800" indent="0">
              <a:buFontTx/>
              <a:buNone/>
              <a:defRPr baseline="0">
                <a:solidFill>
                  <a:schemeClr val="accent5">
                    <a:lumMod val="25000"/>
                  </a:schemeClr>
                </a:solidFill>
                <a:latin typeface="微软雅黑" panose="020B0503020204020204" pitchFamily="34" charset="-122"/>
              </a:defRPr>
            </a:lvl5pPr>
          </a:lstStyle>
          <a:p>
            <a:pPr lvl="0"/>
            <a:r>
              <a:rPr lang="en-US" altLang="zh-CN" dirty="0"/>
              <a:t>&lt;</a:t>
            </a:r>
            <a:r>
              <a:rPr lang="zh-CN" altLang="en-US" dirty="0"/>
              <a:t>一级文本</a:t>
            </a:r>
            <a:r>
              <a:rPr lang="en-US" altLang="zh-CN" dirty="0"/>
              <a:t>&gt;</a:t>
            </a:r>
            <a:endParaRPr lang="zh-CN" altLang="en-US" dirty="0"/>
          </a:p>
          <a:p>
            <a:pPr lvl="1"/>
            <a:r>
              <a:rPr lang="en-US" altLang="zh-CN" dirty="0"/>
              <a:t>&lt;</a:t>
            </a:r>
            <a:r>
              <a:rPr lang="zh-CN" altLang="en-US" dirty="0"/>
              <a:t>二级文本</a:t>
            </a:r>
            <a:r>
              <a:rPr lang="en-US" altLang="zh-CN" dirty="0"/>
              <a:t>&gt;</a:t>
            </a:r>
            <a:endParaRPr lang="zh-CN" altLang="en-US" dirty="0"/>
          </a:p>
        </p:txBody>
      </p:sp>
      <p:sp>
        <p:nvSpPr>
          <p:cNvPr id="15" name="日期占位符 14"/>
          <p:cNvSpPr>
            <a:spLocks noGrp="1"/>
          </p:cNvSpPr>
          <p:nvPr>
            <p:ph type="dt" sz="half" idx="14"/>
          </p:nvPr>
        </p:nvSpPr>
        <p:spPr/>
        <p:txBody>
          <a:bodyPr/>
          <a:lstStyle/>
          <a:p>
            <a:pPr>
              <a:defRPr/>
            </a:pPr>
            <a:fld id="{951536BF-8A02-4AEC-AD29-E1D69A5B2734}" type="datetime1">
              <a:rPr lang="zh-CN" altLang="en-US" smtClean="0"/>
            </a:fld>
            <a:endParaRPr lang="en-US" altLang="zh-CN" sz="1800"/>
          </a:p>
        </p:txBody>
      </p:sp>
      <p:sp>
        <p:nvSpPr>
          <p:cNvPr id="16" name="页脚占位符 15"/>
          <p:cNvSpPr>
            <a:spLocks noGrp="1"/>
          </p:cNvSpPr>
          <p:nvPr>
            <p:ph type="ftr" sz="quarter" idx="15"/>
          </p:nvPr>
        </p:nvSpPr>
        <p:spPr/>
        <p:txBody>
          <a:bodyPr/>
          <a:lstStyle/>
          <a:p>
            <a:pPr>
              <a:defRPr/>
            </a:pPr>
            <a:endParaRPr lang="zh-CN" altLang="zh-CN"/>
          </a:p>
        </p:txBody>
      </p:sp>
      <p:sp>
        <p:nvSpPr>
          <p:cNvPr id="17" name="灯片编号占位符 16"/>
          <p:cNvSpPr>
            <a:spLocks noGrp="1"/>
          </p:cNvSpPr>
          <p:nvPr>
            <p:ph type="sldNum" sz="quarter" idx="16"/>
          </p:nvPr>
        </p:nvSpPr>
        <p:spPr/>
        <p:txBody>
          <a:bodyPr/>
          <a:lstStyle/>
          <a:p>
            <a:pPr>
              <a:defRPr/>
            </a:pPr>
            <a:fld id="{C32AF5BB-4640-4834-A9F6-E1E43A76A632}" type="slidenum">
              <a:rPr lang="zh-CN" altLang="en-US" smtClean="0"/>
            </a:fld>
            <a:endParaRPr lang="en-US" altLang="zh-CN"/>
          </a:p>
        </p:txBody>
      </p:sp>
      <p:sp>
        <p:nvSpPr>
          <p:cNvPr id="10" name="文本占位符 13"/>
          <p:cNvSpPr>
            <a:spLocks noGrp="1"/>
          </p:cNvSpPr>
          <p:nvPr>
            <p:ph type="body" sz="quarter" idx="20" hasCustomPrompt="1"/>
          </p:nvPr>
        </p:nvSpPr>
        <p:spPr>
          <a:xfrm>
            <a:off x="609600" y="978174"/>
            <a:ext cx="3498136" cy="454745"/>
          </a:xfrm>
        </p:spPr>
        <p:txBody>
          <a:bodyPr/>
          <a:lstStyle>
            <a:lvl1pPr marL="0" indent="0" algn="ctr">
              <a:buFontTx/>
              <a:buNone/>
              <a:defRPr lang="zh-CN" altLang="en-US" sz="2000" b="1" kern="1200" dirty="0" smtClean="0">
                <a:solidFill>
                  <a:srgbClr val="FFFFFF"/>
                </a:solidFill>
                <a:latin typeface="微软雅黑" panose="020B0503020204020204" pitchFamily="34" charset="-122"/>
                <a:ea typeface="微软雅黑" panose="020B0503020204020204" pitchFamily="34" charset="-122"/>
                <a:cs typeface="+mn-cs"/>
                <a:sym typeface="Arial" panose="020B06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&lt;</a:t>
            </a:r>
            <a:r>
              <a:rPr lang="zh-CN" altLang="en-US" dirty="0"/>
              <a:t>二级标题</a:t>
            </a:r>
            <a:r>
              <a:rPr lang="en-US" altLang="zh-CN" dirty="0"/>
              <a:t>&gt;</a:t>
            </a:r>
            <a:endParaRPr lang="zh-CN" altLang="en-US" dirty="0"/>
          </a:p>
        </p:txBody>
      </p:sp>
    </p:spTree>
  </p:cSld>
  <p:clrMapOvr>
    <a:masterClrMapping/>
  </p:clrMapOvr>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有长二级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3454401" y="33137"/>
            <a:ext cx="8128000" cy="587595"/>
          </a:xfrm>
        </p:spPr>
        <p:txBody>
          <a:bodyPr/>
          <a:lstStyle>
            <a:lvl1pPr algn="r">
              <a:defRPr kumimoji="0" lang="zh-CN" altLang="en-US" sz="2800" b="1" i="0" u="none" strike="noStrike" kern="1200" cap="none" spc="0" normalizeH="0" baseline="0" dirty="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r>
              <a:rPr lang="en-US" altLang="zh-CN" dirty="0"/>
              <a:t>&lt;</a:t>
            </a:r>
            <a:r>
              <a:rPr lang="zh-CN" altLang="en-US" dirty="0"/>
              <a:t>一级标题</a:t>
            </a:r>
            <a:r>
              <a:rPr lang="en-US" altLang="zh-CN" dirty="0"/>
              <a:t>&gt;</a:t>
            </a:r>
            <a:endParaRPr lang="zh-CN" altLang="en-US" dirty="0"/>
          </a:p>
        </p:txBody>
      </p:sp>
      <p:sp>
        <p:nvSpPr>
          <p:cNvPr id="9" name="内容占位符 2"/>
          <p:cNvSpPr>
            <a:spLocks noGrp="1"/>
          </p:cNvSpPr>
          <p:nvPr>
            <p:ph idx="12" hasCustomPrompt="1"/>
          </p:nvPr>
        </p:nvSpPr>
        <p:spPr>
          <a:xfrm>
            <a:off x="609600" y="1609133"/>
            <a:ext cx="10972800" cy="4525963"/>
          </a:xfrm>
        </p:spPr>
        <p:txBody>
          <a:bodyPr/>
          <a:lstStyle>
            <a:lvl1pPr marL="0" indent="0">
              <a:buFontTx/>
              <a:buNone/>
              <a:defRPr lang="zh-CN" altLang="en-US" sz="2000" kern="1200" dirty="0">
                <a:solidFill>
                  <a:schemeClr val="tx1"/>
                </a:solidFill>
                <a:latin typeface="微软雅黑" panose="020B0503020204020204" pitchFamily="34" charset="-122"/>
                <a:ea typeface="微软雅黑" panose="020B0503020204020204" pitchFamily="34" charset="-122"/>
                <a:cs typeface="+mn-cs"/>
              </a:defRPr>
            </a:lvl1pPr>
            <a:lvl2pPr marL="457200" indent="0">
              <a:buFontTx/>
              <a:buNone/>
              <a:defRPr lang="zh-CN" altLang="en-US" sz="1600" kern="1200" dirty="0">
                <a:solidFill>
                  <a:schemeClr val="tx1"/>
                </a:solidFill>
                <a:latin typeface="微软雅黑" panose="020B0503020204020204" pitchFamily="34" charset="-122"/>
                <a:ea typeface="微软雅黑" panose="020B0503020204020204" pitchFamily="34" charset="-122"/>
                <a:cs typeface="+mn-cs"/>
              </a:defRPr>
            </a:lvl2pPr>
            <a:lvl3pPr marL="914400" indent="0">
              <a:buFontTx/>
              <a:buNone/>
              <a:defRPr baseline="0">
                <a:solidFill>
                  <a:schemeClr val="accent5">
                    <a:lumMod val="25000"/>
                  </a:schemeClr>
                </a:solidFill>
                <a:latin typeface="微软雅黑" panose="020B0503020204020204" pitchFamily="34" charset="-122"/>
              </a:defRPr>
            </a:lvl3pPr>
            <a:lvl4pPr marL="1371600" indent="0">
              <a:buFontTx/>
              <a:buNone/>
              <a:defRPr baseline="0">
                <a:solidFill>
                  <a:schemeClr val="accent5">
                    <a:lumMod val="25000"/>
                  </a:schemeClr>
                </a:solidFill>
                <a:latin typeface="微软雅黑" panose="020B0503020204020204" pitchFamily="34" charset="-122"/>
              </a:defRPr>
            </a:lvl4pPr>
            <a:lvl5pPr marL="1828800" indent="0">
              <a:buFontTx/>
              <a:buNone/>
              <a:defRPr baseline="0">
                <a:solidFill>
                  <a:schemeClr val="accent5">
                    <a:lumMod val="25000"/>
                  </a:schemeClr>
                </a:solidFill>
                <a:latin typeface="微软雅黑" panose="020B0503020204020204" pitchFamily="34" charset="-122"/>
              </a:defRPr>
            </a:lvl5pPr>
          </a:lstStyle>
          <a:p>
            <a:pPr lvl="0"/>
            <a:r>
              <a:rPr lang="en-US" altLang="zh-CN" dirty="0"/>
              <a:t>&lt;</a:t>
            </a:r>
            <a:r>
              <a:rPr lang="zh-CN" altLang="en-US" dirty="0"/>
              <a:t>一级文本</a:t>
            </a:r>
            <a:r>
              <a:rPr lang="en-US" altLang="zh-CN" dirty="0"/>
              <a:t>&gt;</a:t>
            </a:r>
            <a:endParaRPr lang="zh-CN" altLang="en-US" dirty="0"/>
          </a:p>
          <a:p>
            <a:pPr lvl="1"/>
            <a:r>
              <a:rPr lang="en-US" altLang="zh-CN" dirty="0"/>
              <a:t>&lt;</a:t>
            </a:r>
            <a:r>
              <a:rPr lang="zh-CN" altLang="en-US" dirty="0"/>
              <a:t>二级文本</a:t>
            </a:r>
            <a:r>
              <a:rPr lang="en-US" altLang="zh-CN" dirty="0"/>
              <a:t>&gt;</a:t>
            </a:r>
            <a:endParaRPr lang="zh-CN" altLang="en-US" dirty="0"/>
          </a:p>
        </p:txBody>
      </p:sp>
      <p:sp>
        <p:nvSpPr>
          <p:cNvPr id="14" name="文本占位符 13"/>
          <p:cNvSpPr>
            <a:spLocks noGrp="1"/>
          </p:cNvSpPr>
          <p:nvPr>
            <p:ph type="body" sz="quarter" idx="13" hasCustomPrompt="1"/>
          </p:nvPr>
        </p:nvSpPr>
        <p:spPr>
          <a:xfrm>
            <a:off x="609600" y="978174"/>
            <a:ext cx="3498136" cy="454745"/>
          </a:xfrm>
        </p:spPr>
        <p:txBody>
          <a:bodyPr/>
          <a:lstStyle>
            <a:lvl1pPr marL="0" indent="0" algn="ctr">
              <a:buFontTx/>
              <a:buNone/>
              <a:defRPr lang="zh-CN" altLang="en-US" sz="2000" b="1" kern="1200" dirty="0" smtClean="0">
                <a:solidFill>
                  <a:srgbClr val="FFFFFF"/>
                </a:solidFill>
                <a:latin typeface="微软雅黑" panose="020B0503020204020204" pitchFamily="34" charset="-122"/>
                <a:ea typeface="微软雅黑" panose="020B0503020204020204" pitchFamily="34" charset="-122"/>
                <a:cs typeface="+mn-cs"/>
                <a:sym typeface="Arial" panose="020B06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&lt;</a:t>
            </a:r>
            <a:r>
              <a:rPr lang="zh-CN" altLang="en-US" dirty="0"/>
              <a:t>二级标题</a:t>
            </a:r>
            <a:r>
              <a:rPr lang="en-US" altLang="zh-CN" dirty="0"/>
              <a:t>&gt;</a:t>
            </a:r>
            <a:endParaRPr lang="zh-CN" altLang="en-US" dirty="0"/>
          </a:p>
        </p:txBody>
      </p:sp>
      <p:sp>
        <p:nvSpPr>
          <p:cNvPr id="15" name="日期占位符 14"/>
          <p:cNvSpPr>
            <a:spLocks noGrp="1"/>
          </p:cNvSpPr>
          <p:nvPr>
            <p:ph type="dt" sz="half" idx="14"/>
          </p:nvPr>
        </p:nvSpPr>
        <p:spPr/>
        <p:txBody>
          <a:bodyPr/>
          <a:lstStyle/>
          <a:p>
            <a:pPr>
              <a:defRPr/>
            </a:pPr>
            <a:fld id="{951536BF-8A02-4AEC-AD29-E1D69A5B2734}" type="datetime1">
              <a:rPr lang="zh-CN" altLang="en-US" smtClean="0"/>
            </a:fld>
            <a:endParaRPr lang="en-US" altLang="zh-CN" sz="1800"/>
          </a:p>
        </p:txBody>
      </p:sp>
      <p:sp>
        <p:nvSpPr>
          <p:cNvPr id="16" name="页脚占位符 15"/>
          <p:cNvSpPr>
            <a:spLocks noGrp="1"/>
          </p:cNvSpPr>
          <p:nvPr>
            <p:ph type="ftr" sz="quarter" idx="15"/>
          </p:nvPr>
        </p:nvSpPr>
        <p:spPr/>
        <p:txBody>
          <a:bodyPr/>
          <a:lstStyle/>
          <a:p>
            <a:pPr>
              <a:defRPr/>
            </a:pPr>
            <a:endParaRPr lang="zh-CN" altLang="zh-CN"/>
          </a:p>
        </p:txBody>
      </p:sp>
      <p:sp>
        <p:nvSpPr>
          <p:cNvPr id="17" name="灯片编号占位符 16"/>
          <p:cNvSpPr>
            <a:spLocks noGrp="1"/>
          </p:cNvSpPr>
          <p:nvPr>
            <p:ph type="sldNum" sz="quarter" idx="16"/>
          </p:nvPr>
        </p:nvSpPr>
        <p:spPr/>
        <p:txBody>
          <a:bodyPr/>
          <a:lstStyle/>
          <a:p>
            <a:pPr>
              <a:defRPr/>
            </a:pPr>
            <a:fld id="{C32AF5BB-4640-4834-A9F6-E1E43A76A632}" type="slidenum">
              <a:rPr lang="zh-CN" altLang="en-US" smtClean="0"/>
            </a:fld>
            <a:endParaRPr lang="en-US" altLang="zh-CN"/>
          </a:p>
        </p:txBody>
      </p:sp>
    </p:spTree>
  </p:cSld>
  <p:clrMapOvr>
    <a:masterClrMapping/>
  </p:clrMapOvr>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二级标题 + 图">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3454401" y="33137"/>
            <a:ext cx="8128000" cy="587595"/>
          </a:xfrm>
        </p:spPr>
        <p:txBody>
          <a:bodyPr/>
          <a:lstStyle>
            <a:lvl1pPr algn="r">
              <a:defRPr kumimoji="0" lang="zh-CN" altLang="en-US" sz="2800" b="1" i="0" u="none" strike="noStrike" kern="1200" cap="none" spc="0" normalizeH="0" baseline="0" dirty="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r>
              <a:rPr lang="en-US" altLang="zh-CN" dirty="0"/>
              <a:t>&lt;</a:t>
            </a:r>
            <a:r>
              <a:rPr lang="zh-CN" altLang="en-US" dirty="0"/>
              <a:t>一级标题</a:t>
            </a:r>
            <a:r>
              <a:rPr lang="en-US" altLang="zh-CN" dirty="0"/>
              <a:t>&gt;</a:t>
            </a:r>
            <a:endParaRPr lang="zh-CN" altLang="en-US" dirty="0"/>
          </a:p>
        </p:txBody>
      </p:sp>
      <p:sp>
        <p:nvSpPr>
          <p:cNvPr id="9" name="内容占位符 2"/>
          <p:cNvSpPr>
            <a:spLocks noGrp="1"/>
          </p:cNvSpPr>
          <p:nvPr>
            <p:ph idx="12" hasCustomPrompt="1"/>
          </p:nvPr>
        </p:nvSpPr>
        <p:spPr>
          <a:xfrm>
            <a:off x="609600" y="1609133"/>
            <a:ext cx="5254305" cy="4525963"/>
          </a:xfrm>
        </p:spPr>
        <p:txBody>
          <a:bodyPr/>
          <a:lstStyle>
            <a:lvl1pPr marL="0" indent="0">
              <a:buFontTx/>
              <a:buNone/>
              <a:defRPr lang="zh-CN" altLang="en-US" sz="2000" kern="1200" dirty="0">
                <a:solidFill>
                  <a:schemeClr val="tx1"/>
                </a:solidFill>
                <a:latin typeface="微软雅黑" panose="020B0503020204020204" pitchFamily="34" charset="-122"/>
                <a:ea typeface="微软雅黑" panose="020B0503020204020204" pitchFamily="34" charset="-122"/>
                <a:cs typeface="+mn-cs"/>
              </a:defRPr>
            </a:lvl1pPr>
            <a:lvl2pPr marL="457200" indent="0">
              <a:buFontTx/>
              <a:buNone/>
              <a:defRPr lang="zh-CN" altLang="en-US" sz="1600" kern="1200" dirty="0">
                <a:solidFill>
                  <a:schemeClr val="tx1"/>
                </a:solidFill>
                <a:latin typeface="微软雅黑" panose="020B0503020204020204" pitchFamily="34" charset="-122"/>
                <a:ea typeface="微软雅黑" panose="020B0503020204020204" pitchFamily="34" charset="-122"/>
                <a:cs typeface="+mn-cs"/>
              </a:defRPr>
            </a:lvl2pPr>
            <a:lvl3pPr marL="914400" indent="0">
              <a:buFontTx/>
              <a:buNone/>
              <a:defRPr baseline="0">
                <a:solidFill>
                  <a:schemeClr val="accent5">
                    <a:lumMod val="25000"/>
                  </a:schemeClr>
                </a:solidFill>
                <a:latin typeface="微软雅黑" panose="020B0503020204020204" pitchFamily="34" charset="-122"/>
              </a:defRPr>
            </a:lvl3pPr>
            <a:lvl4pPr marL="1371600" indent="0">
              <a:buFontTx/>
              <a:buNone/>
              <a:defRPr baseline="0">
                <a:solidFill>
                  <a:schemeClr val="accent5">
                    <a:lumMod val="25000"/>
                  </a:schemeClr>
                </a:solidFill>
                <a:latin typeface="微软雅黑" panose="020B0503020204020204" pitchFamily="34" charset="-122"/>
              </a:defRPr>
            </a:lvl4pPr>
            <a:lvl5pPr marL="1828800" indent="0">
              <a:buFontTx/>
              <a:buNone/>
              <a:defRPr baseline="0">
                <a:solidFill>
                  <a:schemeClr val="accent5">
                    <a:lumMod val="25000"/>
                  </a:schemeClr>
                </a:solidFill>
                <a:latin typeface="微软雅黑" panose="020B0503020204020204" pitchFamily="34" charset="-122"/>
              </a:defRPr>
            </a:lvl5pPr>
          </a:lstStyle>
          <a:p>
            <a:pPr lvl="0"/>
            <a:r>
              <a:rPr lang="en-US" altLang="zh-CN" dirty="0"/>
              <a:t>&lt;</a:t>
            </a:r>
            <a:r>
              <a:rPr lang="zh-CN" altLang="en-US" dirty="0"/>
              <a:t>一级文本</a:t>
            </a:r>
            <a:r>
              <a:rPr lang="en-US" altLang="zh-CN" dirty="0"/>
              <a:t>&gt;</a:t>
            </a:r>
            <a:endParaRPr lang="zh-CN" altLang="en-US" dirty="0"/>
          </a:p>
          <a:p>
            <a:pPr lvl="1"/>
            <a:r>
              <a:rPr lang="en-US" altLang="zh-CN" dirty="0"/>
              <a:t>&lt;</a:t>
            </a:r>
            <a:r>
              <a:rPr lang="zh-CN" altLang="en-US" dirty="0"/>
              <a:t>二级文本</a:t>
            </a:r>
            <a:r>
              <a:rPr lang="en-US" altLang="zh-CN" dirty="0"/>
              <a:t>&gt;</a:t>
            </a:r>
            <a:endParaRPr lang="zh-CN" altLang="en-US" dirty="0"/>
          </a:p>
        </p:txBody>
      </p:sp>
      <p:sp>
        <p:nvSpPr>
          <p:cNvPr id="3" name="日期占位符 2"/>
          <p:cNvSpPr>
            <a:spLocks noGrp="1"/>
          </p:cNvSpPr>
          <p:nvPr>
            <p:ph type="dt" sz="half" idx="16"/>
          </p:nvPr>
        </p:nvSpPr>
        <p:spPr/>
        <p:txBody>
          <a:bodyPr/>
          <a:lstStyle/>
          <a:p>
            <a:pPr>
              <a:defRPr/>
            </a:pPr>
            <a:fld id="{951536BF-8A02-4AEC-AD29-E1D69A5B2734}" type="datetime1">
              <a:rPr lang="zh-CN" altLang="en-US" smtClean="0"/>
            </a:fld>
            <a:endParaRPr lang="en-US" altLang="zh-CN" sz="1800"/>
          </a:p>
        </p:txBody>
      </p:sp>
      <p:sp>
        <p:nvSpPr>
          <p:cNvPr id="4" name="页脚占位符 3"/>
          <p:cNvSpPr>
            <a:spLocks noGrp="1"/>
          </p:cNvSpPr>
          <p:nvPr>
            <p:ph type="ftr" sz="quarter" idx="17"/>
          </p:nvPr>
        </p:nvSpPr>
        <p:spPr/>
        <p:txBody>
          <a:bodyPr/>
          <a:lstStyle/>
          <a:p>
            <a:pPr>
              <a:defRPr/>
            </a:pPr>
            <a:endParaRPr lang="zh-CN" altLang="zh-CN"/>
          </a:p>
        </p:txBody>
      </p:sp>
      <p:sp>
        <p:nvSpPr>
          <p:cNvPr id="5" name="灯片编号占位符 4"/>
          <p:cNvSpPr>
            <a:spLocks noGrp="1"/>
          </p:cNvSpPr>
          <p:nvPr>
            <p:ph type="sldNum" sz="quarter" idx="18"/>
          </p:nvPr>
        </p:nvSpPr>
        <p:spPr/>
        <p:txBody>
          <a:bodyPr/>
          <a:lstStyle/>
          <a:p>
            <a:pPr>
              <a:defRPr/>
            </a:pPr>
            <a:fld id="{C32AF5BB-4640-4834-A9F6-E1E43A76A632}" type="slidenum">
              <a:rPr lang="zh-CN" altLang="en-US" smtClean="0"/>
            </a:fld>
            <a:endParaRPr lang="en-US" altLang="zh-CN"/>
          </a:p>
        </p:txBody>
      </p:sp>
      <p:sp>
        <p:nvSpPr>
          <p:cNvPr id="12" name="图片占位符 11"/>
          <p:cNvSpPr>
            <a:spLocks noGrp="1"/>
          </p:cNvSpPr>
          <p:nvPr>
            <p:ph type="pic" sz="quarter" idx="19" hasCustomPrompt="1"/>
          </p:nvPr>
        </p:nvSpPr>
        <p:spPr>
          <a:xfrm>
            <a:off x="6328096" y="1609133"/>
            <a:ext cx="5254304" cy="4525963"/>
          </a:xfrm>
        </p:spPr>
        <p:txBody>
          <a:bodyPr anchor="ctr"/>
          <a:lstStyle>
            <a:lvl1pPr marL="0" indent="0" algn="ctr">
              <a:buFontTx/>
              <a:buNone/>
              <a:defRPr sz="1600">
                <a:latin typeface="微软雅黑" panose="020B0503020204020204" pitchFamily="34" charset="-122"/>
                <a:ea typeface="微软雅黑" panose="020B0503020204020204" pitchFamily="34" charset="-122"/>
              </a:defRPr>
            </a:lvl1pPr>
            <a:lvl2pPr>
              <a:defRPr lang="zh-CN" altLang="en-US" sz="1600" kern="1200" dirty="0">
                <a:solidFill>
                  <a:schemeClr val="tx1"/>
                </a:solidFill>
                <a:latin typeface="微软雅黑" panose="020B0503020204020204" pitchFamily="34" charset="-122"/>
                <a:ea typeface="微软雅黑" panose="020B0503020204020204" pitchFamily="34" charset="-122"/>
                <a:cs typeface="+mn-cs"/>
                <a:sym typeface="Arial" panose="020B0604020202020204" pitchFamily="34" charset="0"/>
              </a:defRPr>
            </a:lvl2pPr>
          </a:lstStyle>
          <a:p>
            <a:pPr marL="0" lvl="0" indent="-285750" algn="l" defTabSz="0" rtl="0" eaLnBrk="0" fontAlgn="base" hangingPunct="0">
              <a:spcBef>
                <a:spcPct val="20000"/>
              </a:spcBef>
              <a:spcAft>
                <a:spcPct val="0"/>
              </a:spcAft>
              <a:buFontTx/>
              <a:buNone/>
            </a:pPr>
            <a:r>
              <a:rPr lang="en-US" altLang="zh-CN" dirty="0"/>
              <a:t>&lt;</a:t>
            </a:r>
            <a:r>
              <a:rPr lang="zh-CN" altLang="en-US" dirty="0"/>
              <a:t>图片</a:t>
            </a:r>
            <a:r>
              <a:rPr lang="en-US" altLang="zh-CN" dirty="0"/>
              <a:t>&gt;</a:t>
            </a:r>
            <a:endParaRPr lang="zh-CN" altLang="en-US" dirty="0"/>
          </a:p>
        </p:txBody>
      </p:sp>
      <p:sp>
        <p:nvSpPr>
          <p:cNvPr id="13" name="文本占位符 13"/>
          <p:cNvSpPr>
            <a:spLocks noGrp="1"/>
          </p:cNvSpPr>
          <p:nvPr>
            <p:ph type="body" sz="quarter" idx="20" hasCustomPrompt="1"/>
          </p:nvPr>
        </p:nvSpPr>
        <p:spPr>
          <a:xfrm>
            <a:off x="609600" y="978174"/>
            <a:ext cx="3498136" cy="454745"/>
          </a:xfrm>
        </p:spPr>
        <p:txBody>
          <a:bodyPr/>
          <a:lstStyle>
            <a:lvl1pPr marL="0" indent="0" algn="ctr">
              <a:buFontTx/>
              <a:buNone/>
              <a:defRPr lang="zh-CN" altLang="en-US" sz="2000" b="1" kern="1200" dirty="0" smtClean="0">
                <a:solidFill>
                  <a:srgbClr val="FFFFFF"/>
                </a:solidFill>
                <a:latin typeface="微软雅黑" panose="020B0503020204020204" pitchFamily="34" charset="-122"/>
                <a:ea typeface="微软雅黑" panose="020B0503020204020204" pitchFamily="34" charset="-122"/>
                <a:cs typeface="+mn-cs"/>
                <a:sym typeface="Arial" panose="020B06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&lt;</a:t>
            </a:r>
            <a:r>
              <a:rPr lang="zh-CN" altLang="en-US" dirty="0"/>
              <a:t>二级标题</a:t>
            </a:r>
            <a:r>
              <a:rPr lang="en-US" altLang="zh-CN" dirty="0"/>
              <a:t>&gt;</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多个二级标题(横)">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3454401" y="33137"/>
            <a:ext cx="8128000" cy="587595"/>
          </a:xfrm>
        </p:spPr>
        <p:txBody>
          <a:bodyPr/>
          <a:lstStyle>
            <a:lvl1pPr algn="r">
              <a:defRPr kumimoji="0" lang="zh-CN" altLang="en-US" sz="2800" b="1" i="0" u="none" strike="noStrike" kern="1200" cap="none" spc="0" normalizeH="0" baseline="0" dirty="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r>
              <a:rPr lang="en-US" altLang="zh-CN" dirty="0"/>
              <a:t>&lt;</a:t>
            </a:r>
            <a:r>
              <a:rPr lang="zh-CN" altLang="en-US" dirty="0"/>
              <a:t>一级标题</a:t>
            </a:r>
            <a:r>
              <a:rPr lang="en-US" altLang="zh-CN" dirty="0"/>
              <a:t>&gt;</a:t>
            </a:r>
            <a:endParaRPr lang="zh-CN" altLang="en-US" dirty="0"/>
          </a:p>
        </p:txBody>
      </p:sp>
      <p:sp>
        <p:nvSpPr>
          <p:cNvPr id="9" name="内容占位符 2"/>
          <p:cNvSpPr>
            <a:spLocks noGrp="1"/>
          </p:cNvSpPr>
          <p:nvPr>
            <p:ph idx="12" hasCustomPrompt="1"/>
          </p:nvPr>
        </p:nvSpPr>
        <p:spPr>
          <a:xfrm>
            <a:off x="609600" y="1609133"/>
            <a:ext cx="5254305" cy="4525963"/>
          </a:xfrm>
        </p:spPr>
        <p:txBody>
          <a:bodyPr/>
          <a:lstStyle>
            <a:lvl1pPr marL="0" indent="0">
              <a:buFontTx/>
              <a:buNone/>
              <a:defRPr lang="zh-CN" altLang="en-US" sz="2000" kern="1200" dirty="0">
                <a:solidFill>
                  <a:schemeClr val="tx1"/>
                </a:solidFill>
                <a:latin typeface="微软雅黑" panose="020B0503020204020204" pitchFamily="34" charset="-122"/>
                <a:ea typeface="微软雅黑" panose="020B0503020204020204" pitchFamily="34" charset="-122"/>
                <a:cs typeface="+mn-cs"/>
              </a:defRPr>
            </a:lvl1pPr>
            <a:lvl2pPr marL="457200" indent="0">
              <a:buFontTx/>
              <a:buNone/>
              <a:defRPr lang="zh-CN" altLang="en-US" sz="1600" kern="1200" dirty="0">
                <a:solidFill>
                  <a:schemeClr val="tx1"/>
                </a:solidFill>
                <a:latin typeface="微软雅黑" panose="020B0503020204020204" pitchFamily="34" charset="-122"/>
                <a:ea typeface="微软雅黑" panose="020B0503020204020204" pitchFamily="34" charset="-122"/>
                <a:cs typeface="+mn-cs"/>
              </a:defRPr>
            </a:lvl2pPr>
            <a:lvl3pPr marL="914400" indent="0">
              <a:buFontTx/>
              <a:buNone/>
              <a:defRPr baseline="0">
                <a:solidFill>
                  <a:schemeClr val="accent5">
                    <a:lumMod val="25000"/>
                  </a:schemeClr>
                </a:solidFill>
                <a:latin typeface="微软雅黑" panose="020B0503020204020204" pitchFamily="34" charset="-122"/>
              </a:defRPr>
            </a:lvl3pPr>
            <a:lvl4pPr marL="1371600" indent="0">
              <a:buFontTx/>
              <a:buNone/>
              <a:defRPr baseline="0">
                <a:solidFill>
                  <a:schemeClr val="accent5">
                    <a:lumMod val="25000"/>
                  </a:schemeClr>
                </a:solidFill>
                <a:latin typeface="微软雅黑" panose="020B0503020204020204" pitchFamily="34" charset="-122"/>
              </a:defRPr>
            </a:lvl4pPr>
            <a:lvl5pPr marL="1828800" indent="0">
              <a:buFontTx/>
              <a:buNone/>
              <a:defRPr baseline="0">
                <a:solidFill>
                  <a:schemeClr val="accent5">
                    <a:lumMod val="25000"/>
                  </a:schemeClr>
                </a:solidFill>
                <a:latin typeface="微软雅黑" panose="020B0503020204020204" pitchFamily="34" charset="-122"/>
              </a:defRPr>
            </a:lvl5pPr>
          </a:lstStyle>
          <a:p>
            <a:pPr lvl="0"/>
            <a:r>
              <a:rPr lang="en-US" altLang="zh-CN" dirty="0"/>
              <a:t>&lt;</a:t>
            </a:r>
            <a:r>
              <a:rPr lang="zh-CN" altLang="en-US" dirty="0"/>
              <a:t>一级文本</a:t>
            </a:r>
            <a:r>
              <a:rPr lang="en-US" altLang="zh-CN" dirty="0"/>
              <a:t>&gt;</a:t>
            </a:r>
            <a:endParaRPr lang="zh-CN" altLang="en-US" dirty="0"/>
          </a:p>
          <a:p>
            <a:pPr lvl="1"/>
            <a:r>
              <a:rPr lang="en-US" altLang="zh-CN" dirty="0"/>
              <a:t>&lt;</a:t>
            </a:r>
            <a:r>
              <a:rPr lang="zh-CN" altLang="en-US" dirty="0"/>
              <a:t>二级文本</a:t>
            </a:r>
            <a:r>
              <a:rPr lang="en-US" altLang="zh-CN" dirty="0"/>
              <a:t>&gt;</a:t>
            </a:r>
            <a:endParaRPr lang="zh-CN" altLang="en-US" dirty="0"/>
          </a:p>
        </p:txBody>
      </p:sp>
      <p:sp>
        <p:nvSpPr>
          <p:cNvPr id="6" name="内容占位符 2"/>
          <p:cNvSpPr>
            <a:spLocks noGrp="1"/>
          </p:cNvSpPr>
          <p:nvPr>
            <p:ph idx="14" hasCustomPrompt="1"/>
          </p:nvPr>
        </p:nvSpPr>
        <p:spPr>
          <a:xfrm>
            <a:off x="6328095" y="1609133"/>
            <a:ext cx="5254305" cy="4525963"/>
          </a:xfrm>
        </p:spPr>
        <p:txBody>
          <a:bodyPr/>
          <a:lstStyle>
            <a:lvl1pPr marL="0" indent="0">
              <a:buFontTx/>
              <a:buNone/>
              <a:defRPr lang="zh-CN" altLang="en-US" sz="2000" kern="1200" dirty="0">
                <a:solidFill>
                  <a:schemeClr val="tx1"/>
                </a:solidFill>
                <a:latin typeface="微软雅黑" panose="020B0503020204020204" pitchFamily="34" charset="-122"/>
                <a:ea typeface="微软雅黑" panose="020B0503020204020204" pitchFamily="34" charset="-122"/>
                <a:cs typeface="+mn-cs"/>
              </a:defRPr>
            </a:lvl1pPr>
            <a:lvl2pPr marL="457200" indent="0">
              <a:buFontTx/>
              <a:buNone/>
              <a:defRPr lang="zh-CN" altLang="en-US" sz="1600" kern="1200" dirty="0">
                <a:solidFill>
                  <a:schemeClr val="tx1"/>
                </a:solidFill>
                <a:latin typeface="微软雅黑" panose="020B0503020204020204" pitchFamily="34" charset="-122"/>
                <a:ea typeface="微软雅黑" panose="020B0503020204020204" pitchFamily="34" charset="-122"/>
                <a:cs typeface="+mn-cs"/>
              </a:defRPr>
            </a:lvl2pPr>
            <a:lvl3pPr marL="914400" indent="0">
              <a:buFontTx/>
              <a:buNone/>
              <a:defRPr baseline="0">
                <a:solidFill>
                  <a:schemeClr val="accent5">
                    <a:lumMod val="25000"/>
                  </a:schemeClr>
                </a:solidFill>
                <a:latin typeface="微软雅黑" panose="020B0503020204020204" pitchFamily="34" charset="-122"/>
              </a:defRPr>
            </a:lvl3pPr>
            <a:lvl4pPr marL="1371600" indent="0">
              <a:buFontTx/>
              <a:buNone/>
              <a:defRPr baseline="0">
                <a:solidFill>
                  <a:schemeClr val="accent5">
                    <a:lumMod val="25000"/>
                  </a:schemeClr>
                </a:solidFill>
                <a:latin typeface="微软雅黑" panose="020B0503020204020204" pitchFamily="34" charset="-122"/>
              </a:defRPr>
            </a:lvl4pPr>
            <a:lvl5pPr marL="1828800" indent="0">
              <a:buFontTx/>
              <a:buNone/>
              <a:defRPr baseline="0">
                <a:solidFill>
                  <a:schemeClr val="accent5">
                    <a:lumMod val="25000"/>
                  </a:schemeClr>
                </a:solidFill>
                <a:latin typeface="微软雅黑" panose="020B0503020204020204" pitchFamily="34" charset="-122"/>
              </a:defRPr>
            </a:lvl5pPr>
          </a:lstStyle>
          <a:p>
            <a:pPr lvl="0"/>
            <a:r>
              <a:rPr lang="en-US" altLang="zh-CN" dirty="0"/>
              <a:t>&lt;</a:t>
            </a:r>
            <a:r>
              <a:rPr lang="zh-CN" altLang="en-US" dirty="0"/>
              <a:t>一级文本</a:t>
            </a:r>
            <a:r>
              <a:rPr lang="en-US" altLang="zh-CN" dirty="0"/>
              <a:t>&gt;</a:t>
            </a:r>
            <a:endParaRPr lang="zh-CN" altLang="en-US" dirty="0"/>
          </a:p>
          <a:p>
            <a:pPr lvl="1"/>
            <a:r>
              <a:rPr lang="en-US" altLang="zh-CN" dirty="0"/>
              <a:t>&lt;</a:t>
            </a:r>
            <a:r>
              <a:rPr lang="zh-CN" altLang="en-US" dirty="0"/>
              <a:t>二级文本</a:t>
            </a:r>
            <a:r>
              <a:rPr lang="en-US" altLang="zh-CN" dirty="0"/>
              <a:t>&gt;</a:t>
            </a:r>
            <a:endParaRPr lang="zh-CN" altLang="en-US" dirty="0"/>
          </a:p>
        </p:txBody>
      </p:sp>
      <p:sp>
        <p:nvSpPr>
          <p:cNvPr id="3" name="日期占位符 2"/>
          <p:cNvSpPr>
            <a:spLocks noGrp="1"/>
          </p:cNvSpPr>
          <p:nvPr>
            <p:ph type="dt" sz="half" idx="16"/>
          </p:nvPr>
        </p:nvSpPr>
        <p:spPr/>
        <p:txBody>
          <a:bodyPr/>
          <a:lstStyle/>
          <a:p>
            <a:pPr>
              <a:defRPr/>
            </a:pPr>
            <a:fld id="{951536BF-8A02-4AEC-AD29-E1D69A5B2734}" type="datetime1">
              <a:rPr lang="zh-CN" altLang="en-US" smtClean="0"/>
            </a:fld>
            <a:endParaRPr lang="en-US" altLang="zh-CN" sz="1800"/>
          </a:p>
        </p:txBody>
      </p:sp>
      <p:sp>
        <p:nvSpPr>
          <p:cNvPr id="4" name="页脚占位符 3"/>
          <p:cNvSpPr>
            <a:spLocks noGrp="1"/>
          </p:cNvSpPr>
          <p:nvPr>
            <p:ph type="ftr" sz="quarter" idx="17"/>
          </p:nvPr>
        </p:nvSpPr>
        <p:spPr/>
        <p:txBody>
          <a:bodyPr/>
          <a:lstStyle/>
          <a:p>
            <a:pPr>
              <a:defRPr/>
            </a:pPr>
            <a:endParaRPr lang="zh-CN" altLang="zh-CN"/>
          </a:p>
        </p:txBody>
      </p:sp>
      <p:sp>
        <p:nvSpPr>
          <p:cNvPr id="5" name="灯片编号占位符 4"/>
          <p:cNvSpPr>
            <a:spLocks noGrp="1"/>
          </p:cNvSpPr>
          <p:nvPr>
            <p:ph type="sldNum" sz="quarter" idx="18"/>
          </p:nvPr>
        </p:nvSpPr>
        <p:spPr/>
        <p:txBody>
          <a:bodyPr/>
          <a:lstStyle/>
          <a:p>
            <a:pPr>
              <a:defRPr/>
            </a:pPr>
            <a:fld id="{C32AF5BB-4640-4834-A9F6-E1E43A76A632}" type="slidenum">
              <a:rPr lang="zh-CN" altLang="en-US" smtClean="0"/>
            </a:fld>
            <a:endParaRPr lang="en-US" altLang="zh-CN"/>
          </a:p>
        </p:txBody>
      </p:sp>
      <p:sp>
        <p:nvSpPr>
          <p:cNvPr id="10" name="文本占位符 13"/>
          <p:cNvSpPr>
            <a:spLocks noGrp="1"/>
          </p:cNvSpPr>
          <p:nvPr>
            <p:ph type="body" sz="quarter" idx="20" hasCustomPrompt="1"/>
          </p:nvPr>
        </p:nvSpPr>
        <p:spPr>
          <a:xfrm>
            <a:off x="609600" y="978174"/>
            <a:ext cx="3498136" cy="454745"/>
          </a:xfrm>
        </p:spPr>
        <p:txBody>
          <a:bodyPr/>
          <a:lstStyle>
            <a:lvl1pPr marL="0" indent="0" algn="ctr">
              <a:buFontTx/>
              <a:buNone/>
              <a:defRPr lang="zh-CN" altLang="en-US" sz="2000" b="1" kern="1200" dirty="0" smtClean="0">
                <a:solidFill>
                  <a:srgbClr val="FFFFFF"/>
                </a:solidFill>
                <a:latin typeface="微软雅黑" panose="020B0503020204020204" pitchFamily="34" charset="-122"/>
                <a:ea typeface="微软雅黑" panose="020B0503020204020204" pitchFamily="34" charset="-122"/>
                <a:cs typeface="+mn-cs"/>
                <a:sym typeface="Arial" panose="020B06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&lt;</a:t>
            </a:r>
            <a:r>
              <a:rPr lang="zh-CN" altLang="en-US" dirty="0"/>
              <a:t>二级标题</a:t>
            </a:r>
            <a:r>
              <a:rPr lang="en-US" altLang="zh-CN" dirty="0"/>
              <a:t>&gt;</a:t>
            </a:r>
            <a:endParaRPr lang="zh-CN" altLang="en-US" dirty="0"/>
          </a:p>
        </p:txBody>
      </p:sp>
      <p:sp>
        <p:nvSpPr>
          <p:cNvPr id="11" name="文本占位符 13"/>
          <p:cNvSpPr>
            <a:spLocks noGrp="1"/>
          </p:cNvSpPr>
          <p:nvPr>
            <p:ph type="body" sz="quarter" idx="21" hasCustomPrompt="1"/>
          </p:nvPr>
        </p:nvSpPr>
        <p:spPr>
          <a:xfrm>
            <a:off x="6328095" y="978174"/>
            <a:ext cx="3498136" cy="454745"/>
          </a:xfrm>
        </p:spPr>
        <p:txBody>
          <a:bodyPr/>
          <a:lstStyle>
            <a:lvl1pPr marL="0" indent="0" algn="ctr">
              <a:buFontTx/>
              <a:buNone/>
              <a:defRPr lang="zh-CN" altLang="en-US" sz="2000" b="1" kern="1200" dirty="0" smtClean="0">
                <a:solidFill>
                  <a:srgbClr val="FFFFFF"/>
                </a:solidFill>
                <a:latin typeface="微软雅黑" panose="020B0503020204020204" pitchFamily="34" charset="-122"/>
                <a:ea typeface="微软雅黑" panose="020B0503020204020204" pitchFamily="34" charset="-122"/>
                <a:cs typeface="+mn-cs"/>
                <a:sym typeface="Arial" panose="020B06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&lt;</a:t>
            </a:r>
            <a:r>
              <a:rPr lang="zh-CN" altLang="en-US" dirty="0"/>
              <a:t>二级标题</a:t>
            </a:r>
            <a:r>
              <a:rPr lang="en-US" altLang="zh-CN" dirty="0"/>
              <a:t>&gt;</a:t>
            </a:r>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多个二级标题(竖)">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3454401" y="33137"/>
            <a:ext cx="8128000" cy="587595"/>
          </a:xfrm>
        </p:spPr>
        <p:txBody>
          <a:bodyPr/>
          <a:lstStyle>
            <a:lvl1pPr algn="r">
              <a:defRPr kumimoji="0" lang="zh-CN" altLang="en-US" sz="2800" b="1" i="0" u="none" strike="noStrike" kern="1200" cap="none" spc="0" normalizeH="0" baseline="0" dirty="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r>
              <a:rPr lang="en-US" altLang="zh-CN" dirty="0"/>
              <a:t>&lt;</a:t>
            </a:r>
            <a:r>
              <a:rPr lang="zh-CN" altLang="en-US" dirty="0"/>
              <a:t>一级标题</a:t>
            </a:r>
            <a:r>
              <a:rPr lang="en-US" altLang="zh-CN" dirty="0"/>
              <a:t>&gt;</a:t>
            </a:r>
            <a:endParaRPr lang="zh-CN" altLang="en-US" dirty="0"/>
          </a:p>
        </p:txBody>
      </p:sp>
      <p:sp>
        <p:nvSpPr>
          <p:cNvPr id="9" name="内容占位符 2"/>
          <p:cNvSpPr>
            <a:spLocks noGrp="1"/>
          </p:cNvSpPr>
          <p:nvPr>
            <p:ph idx="12" hasCustomPrompt="1"/>
          </p:nvPr>
        </p:nvSpPr>
        <p:spPr>
          <a:xfrm>
            <a:off x="609600" y="1609134"/>
            <a:ext cx="10972800" cy="1683500"/>
          </a:xfrm>
        </p:spPr>
        <p:txBody>
          <a:bodyPr/>
          <a:lstStyle>
            <a:lvl1pPr marL="0" indent="0">
              <a:buFontTx/>
              <a:buNone/>
              <a:defRPr lang="zh-CN" altLang="en-US" sz="2000" kern="1200" dirty="0">
                <a:solidFill>
                  <a:schemeClr val="tx1"/>
                </a:solidFill>
                <a:latin typeface="微软雅黑" panose="020B0503020204020204" pitchFamily="34" charset="-122"/>
                <a:ea typeface="微软雅黑" panose="020B0503020204020204" pitchFamily="34" charset="-122"/>
                <a:cs typeface="+mn-cs"/>
              </a:defRPr>
            </a:lvl1pPr>
            <a:lvl2pPr marL="457200" indent="0">
              <a:buFontTx/>
              <a:buNone/>
              <a:defRPr lang="zh-CN" altLang="en-US" sz="1600" kern="1200" dirty="0">
                <a:solidFill>
                  <a:schemeClr val="tx1"/>
                </a:solidFill>
                <a:latin typeface="微软雅黑" panose="020B0503020204020204" pitchFamily="34" charset="-122"/>
                <a:ea typeface="微软雅黑" panose="020B0503020204020204" pitchFamily="34" charset="-122"/>
                <a:cs typeface="+mn-cs"/>
              </a:defRPr>
            </a:lvl2pPr>
            <a:lvl3pPr marL="914400" indent="0">
              <a:buFontTx/>
              <a:buNone/>
              <a:defRPr baseline="0">
                <a:solidFill>
                  <a:schemeClr val="accent5">
                    <a:lumMod val="25000"/>
                  </a:schemeClr>
                </a:solidFill>
                <a:latin typeface="微软雅黑" panose="020B0503020204020204" pitchFamily="34" charset="-122"/>
              </a:defRPr>
            </a:lvl3pPr>
            <a:lvl4pPr marL="1371600" indent="0">
              <a:buFontTx/>
              <a:buNone/>
              <a:defRPr baseline="0">
                <a:solidFill>
                  <a:schemeClr val="accent5">
                    <a:lumMod val="25000"/>
                  </a:schemeClr>
                </a:solidFill>
                <a:latin typeface="微软雅黑" panose="020B0503020204020204" pitchFamily="34" charset="-122"/>
              </a:defRPr>
            </a:lvl4pPr>
            <a:lvl5pPr marL="1828800" indent="0">
              <a:buFontTx/>
              <a:buNone/>
              <a:defRPr baseline="0">
                <a:solidFill>
                  <a:schemeClr val="accent5">
                    <a:lumMod val="25000"/>
                  </a:schemeClr>
                </a:solidFill>
                <a:latin typeface="微软雅黑" panose="020B0503020204020204" pitchFamily="34" charset="-122"/>
              </a:defRPr>
            </a:lvl5pPr>
          </a:lstStyle>
          <a:p>
            <a:pPr lvl="0"/>
            <a:r>
              <a:rPr lang="en-US" altLang="zh-CN" dirty="0"/>
              <a:t>&lt;</a:t>
            </a:r>
            <a:r>
              <a:rPr lang="zh-CN" altLang="en-US" dirty="0"/>
              <a:t>一级文本</a:t>
            </a:r>
            <a:r>
              <a:rPr lang="en-US" altLang="zh-CN" dirty="0"/>
              <a:t>&gt;</a:t>
            </a:r>
            <a:endParaRPr lang="zh-CN" altLang="en-US" dirty="0"/>
          </a:p>
          <a:p>
            <a:pPr lvl="1"/>
            <a:r>
              <a:rPr lang="en-US" altLang="zh-CN" dirty="0"/>
              <a:t>&lt;</a:t>
            </a:r>
            <a:r>
              <a:rPr lang="zh-CN" altLang="en-US" dirty="0"/>
              <a:t>二级文本</a:t>
            </a:r>
            <a:r>
              <a:rPr lang="en-US" altLang="zh-CN" dirty="0"/>
              <a:t>&gt;</a:t>
            </a:r>
            <a:endParaRPr lang="zh-CN" altLang="en-US" dirty="0"/>
          </a:p>
        </p:txBody>
      </p:sp>
      <p:sp>
        <p:nvSpPr>
          <p:cNvPr id="6" name="内容占位符 2"/>
          <p:cNvSpPr>
            <a:spLocks noGrp="1"/>
          </p:cNvSpPr>
          <p:nvPr>
            <p:ph idx="14" hasCustomPrompt="1"/>
          </p:nvPr>
        </p:nvSpPr>
        <p:spPr>
          <a:xfrm>
            <a:off x="609600" y="4210794"/>
            <a:ext cx="10972800" cy="1843748"/>
          </a:xfrm>
        </p:spPr>
        <p:txBody>
          <a:bodyPr/>
          <a:lstStyle>
            <a:lvl1pPr marL="0" indent="0">
              <a:buFontTx/>
              <a:buNone/>
              <a:defRPr lang="zh-CN" altLang="en-US" sz="2000" kern="1200" dirty="0">
                <a:solidFill>
                  <a:schemeClr val="tx1"/>
                </a:solidFill>
                <a:latin typeface="微软雅黑" panose="020B0503020204020204" pitchFamily="34" charset="-122"/>
                <a:ea typeface="微软雅黑" panose="020B0503020204020204" pitchFamily="34" charset="-122"/>
                <a:cs typeface="+mn-cs"/>
              </a:defRPr>
            </a:lvl1pPr>
            <a:lvl2pPr marL="457200" indent="0">
              <a:buFontTx/>
              <a:buNone/>
              <a:defRPr lang="zh-CN" altLang="en-US" sz="1600" kern="1200" dirty="0">
                <a:solidFill>
                  <a:schemeClr val="tx1"/>
                </a:solidFill>
                <a:latin typeface="微软雅黑" panose="020B0503020204020204" pitchFamily="34" charset="-122"/>
                <a:ea typeface="微软雅黑" panose="020B0503020204020204" pitchFamily="34" charset="-122"/>
                <a:cs typeface="+mn-cs"/>
              </a:defRPr>
            </a:lvl2pPr>
            <a:lvl3pPr marL="914400" indent="0">
              <a:buFontTx/>
              <a:buNone/>
              <a:defRPr baseline="0">
                <a:solidFill>
                  <a:schemeClr val="accent5">
                    <a:lumMod val="25000"/>
                  </a:schemeClr>
                </a:solidFill>
                <a:latin typeface="微软雅黑" panose="020B0503020204020204" pitchFamily="34" charset="-122"/>
              </a:defRPr>
            </a:lvl3pPr>
            <a:lvl4pPr marL="1371600" indent="0">
              <a:buFontTx/>
              <a:buNone/>
              <a:defRPr baseline="0">
                <a:solidFill>
                  <a:schemeClr val="accent5">
                    <a:lumMod val="25000"/>
                  </a:schemeClr>
                </a:solidFill>
                <a:latin typeface="微软雅黑" panose="020B0503020204020204" pitchFamily="34" charset="-122"/>
              </a:defRPr>
            </a:lvl4pPr>
            <a:lvl5pPr marL="1828800" indent="0">
              <a:buFontTx/>
              <a:buNone/>
              <a:defRPr baseline="0">
                <a:solidFill>
                  <a:schemeClr val="accent5">
                    <a:lumMod val="25000"/>
                  </a:schemeClr>
                </a:solidFill>
                <a:latin typeface="微软雅黑" panose="020B0503020204020204" pitchFamily="34" charset="-122"/>
              </a:defRPr>
            </a:lvl5pPr>
          </a:lstStyle>
          <a:p>
            <a:pPr lvl="0"/>
            <a:r>
              <a:rPr lang="en-US" altLang="zh-CN" dirty="0"/>
              <a:t>&lt;</a:t>
            </a:r>
            <a:r>
              <a:rPr lang="zh-CN" altLang="en-US" dirty="0"/>
              <a:t>一级文本</a:t>
            </a:r>
            <a:r>
              <a:rPr lang="en-US" altLang="zh-CN" dirty="0"/>
              <a:t>&gt;</a:t>
            </a:r>
            <a:endParaRPr lang="zh-CN" altLang="en-US" dirty="0"/>
          </a:p>
          <a:p>
            <a:pPr lvl="1"/>
            <a:r>
              <a:rPr lang="en-US" altLang="zh-CN" dirty="0"/>
              <a:t>&lt;</a:t>
            </a:r>
            <a:r>
              <a:rPr lang="zh-CN" altLang="en-US" dirty="0"/>
              <a:t>二级文本</a:t>
            </a:r>
            <a:r>
              <a:rPr lang="en-US" altLang="zh-CN" dirty="0"/>
              <a:t>&gt;</a:t>
            </a:r>
            <a:endParaRPr lang="zh-CN" altLang="en-US" dirty="0"/>
          </a:p>
        </p:txBody>
      </p:sp>
      <p:sp>
        <p:nvSpPr>
          <p:cNvPr id="3" name="日期占位符 2"/>
          <p:cNvSpPr>
            <a:spLocks noGrp="1"/>
          </p:cNvSpPr>
          <p:nvPr>
            <p:ph type="dt" sz="half" idx="16"/>
          </p:nvPr>
        </p:nvSpPr>
        <p:spPr/>
        <p:txBody>
          <a:bodyPr/>
          <a:lstStyle/>
          <a:p>
            <a:pPr>
              <a:defRPr/>
            </a:pPr>
            <a:fld id="{951536BF-8A02-4AEC-AD29-E1D69A5B2734}" type="datetime1">
              <a:rPr lang="zh-CN" altLang="en-US" smtClean="0"/>
            </a:fld>
            <a:endParaRPr lang="en-US" altLang="zh-CN" sz="1800"/>
          </a:p>
        </p:txBody>
      </p:sp>
      <p:sp>
        <p:nvSpPr>
          <p:cNvPr id="4" name="页脚占位符 3"/>
          <p:cNvSpPr>
            <a:spLocks noGrp="1"/>
          </p:cNvSpPr>
          <p:nvPr>
            <p:ph type="ftr" sz="quarter" idx="17"/>
          </p:nvPr>
        </p:nvSpPr>
        <p:spPr/>
        <p:txBody>
          <a:bodyPr/>
          <a:lstStyle/>
          <a:p>
            <a:pPr>
              <a:defRPr/>
            </a:pPr>
            <a:endParaRPr lang="zh-CN" altLang="zh-CN"/>
          </a:p>
        </p:txBody>
      </p:sp>
      <p:sp>
        <p:nvSpPr>
          <p:cNvPr id="5" name="灯片编号占位符 4"/>
          <p:cNvSpPr>
            <a:spLocks noGrp="1"/>
          </p:cNvSpPr>
          <p:nvPr>
            <p:ph type="sldNum" sz="quarter" idx="18"/>
          </p:nvPr>
        </p:nvSpPr>
        <p:spPr/>
        <p:txBody>
          <a:bodyPr/>
          <a:lstStyle/>
          <a:p>
            <a:pPr>
              <a:defRPr/>
            </a:pPr>
            <a:fld id="{C32AF5BB-4640-4834-A9F6-E1E43A76A632}" type="slidenum">
              <a:rPr lang="zh-CN" altLang="en-US" smtClean="0"/>
            </a:fld>
            <a:endParaRPr lang="en-US" altLang="zh-CN"/>
          </a:p>
        </p:txBody>
      </p:sp>
      <p:sp>
        <p:nvSpPr>
          <p:cNvPr id="10" name="文本占位符 13"/>
          <p:cNvSpPr>
            <a:spLocks noGrp="1"/>
          </p:cNvSpPr>
          <p:nvPr>
            <p:ph type="body" sz="quarter" idx="20" hasCustomPrompt="1"/>
          </p:nvPr>
        </p:nvSpPr>
        <p:spPr>
          <a:xfrm>
            <a:off x="609600" y="978174"/>
            <a:ext cx="3498136" cy="454745"/>
          </a:xfrm>
        </p:spPr>
        <p:txBody>
          <a:bodyPr/>
          <a:lstStyle>
            <a:lvl1pPr marL="0" indent="0" algn="ctr">
              <a:buFontTx/>
              <a:buNone/>
              <a:defRPr lang="zh-CN" altLang="en-US" sz="2000" b="1" kern="1200" dirty="0" smtClean="0">
                <a:solidFill>
                  <a:srgbClr val="FFFFFF"/>
                </a:solidFill>
                <a:latin typeface="微软雅黑" panose="020B0503020204020204" pitchFamily="34" charset="-122"/>
                <a:ea typeface="微软雅黑" panose="020B0503020204020204" pitchFamily="34" charset="-122"/>
                <a:cs typeface="+mn-cs"/>
                <a:sym typeface="Arial" panose="020B06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&lt;</a:t>
            </a:r>
            <a:r>
              <a:rPr lang="zh-CN" altLang="en-US" dirty="0"/>
              <a:t>二级标题</a:t>
            </a:r>
            <a:r>
              <a:rPr lang="en-US" altLang="zh-CN" dirty="0"/>
              <a:t>&gt;</a:t>
            </a:r>
            <a:endParaRPr lang="zh-CN" altLang="en-US" dirty="0"/>
          </a:p>
        </p:txBody>
      </p:sp>
      <p:sp>
        <p:nvSpPr>
          <p:cNvPr id="11" name="文本占位符 13"/>
          <p:cNvSpPr>
            <a:spLocks noGrp="1"/>
          </p:cNvSpPr>
          <p:nvPr>
            <p:ph type="body" sz="quarter" idx="21" hasCustomPrompt="1"/>
          </p:nvPr>
        </p:nvSpPr>
        <p:spPr>
          <a:xfrm>
            <a:off x="609600" y="3565366"/>
            <a:ext cx="3498136" cy="454745"/>
          </a:xfrm>
        </p:spPr>
        <p:txBody>
          <a:bodyPr/>
          <a:lstStyle>
            <a:lvl1pPr marL="0" indent="0" algn="ctr">
              <a:buFontTx/>
              <a:buNone/>
              <a:defRPr lang="zh-CN" altLang="en-US" sz="2000" b="1" kern="1200" dirty="0" smtClean="0">
                <a:solidFill>
                  <a:srgbClr val="FFFFFF"/>
                </a:solidFill>
                <a:latin typeface="微软雅黑" panose="020B0503020204020204" pitchFamily="34" charset="-122"/>
                <a:ea typeface="微软雅黑" panose="020B0503020204020204" pitchFamily="34" charset="-122"/>
                <a:cs typeface="+mn-cs"/>
                <a:sym typeface="Arial" panose="020B06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&lt;</a:t>
            </a:r>
            <a:r>
              <a:rPr lang="zh-CN" altLang="en-US" dirty="0"/>
              <a:t>二级标题</a:t>
            </a:r>
            <a:r>
              <a:rPr lang="en-US" altLang="zh-CN" dirty="0"/>
              <a:t>&gt;</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有三级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3454401" y="33137"/>
            <a:ext cx="8128000" cy="587595"/>
          </a:xfrm>
        </p:spPr>
        <p:txBody>
          <a:bodyPr/>
          <a:lstStyle>
            <a:lvl1pPr algn="r">
              <a:defRPr kumimoji="0" lang="zh-CN" altLang="en-US" sz="2800" b="1" i="0" u="none" strike="noStrike" kern="1200" cap="none" spc="0" normalizeH="0" baseline="0" dirty="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r>
              <a:rPr lang="en-US" altLang="zh-CN" dirty="0"/>
              <a:t>&lt;</a:t>
            </a:r>
            <a:r>
              <a:rPr lang="zh-CN" altLang="en-US" dirty="0"/>
              <a:t>一级标题</a:t>
            </a:r>
            <a:r>
              <a:rPr lang="en-US" altLang="zh-CN" dirty="0"/>
              <a:t>&gt;</a:t>
            </a:r>
            <a:endParaRPr lang="zh-CN" altLang="en-US" dirty="0"/>
          </a:p>
        </p:txBody>
      </p:sp>
      <p:sp>
        <p:nvSpPr>
          <p:cNvPr id="9" name="内容占位符 2"/>
          <p:cNvSpPr>
            <a:spLocks noGrp="1"/>
          </p:cNvSpPr>
          <p:nvPr>
            <p:ph idx="12" hasCustomPrompt="1"/>
          </p:nvPr>
        </p:nvSpPr>
        <p:spPr>
          <a:xfrm>
            <a:off x="609600" y="1946246"/>
            <a:ext cx="10972800" cy="4188850"/>
          </a:xfrm>
        </p:spPr>
        <p:txBody>
          <a:bodyPr/>
          <a:lstStyle>
            <a:lvl1pPr marL="0" indent="0">
              <a:buFontTx/>
              <a:buNone/>
              <a:defRPr lang="zh-CN" altLang="en-US" sz="2000" kern="1200" dirty="0">
                <a:solidFill>
                  <a:schemeClr val="tx1"/>
                </a:solidFill>
                <a:latin typeface="微软雅黑" panose="020B0503020204020204" pitchFamily="34" charset="-122"/>
                <a:ea typeface="微软雅黑" panose="020B0503020204020204" pitchFamily="34" charset="-122"/>
                <a:cs typeface="+mn-cs"/>
              </a:defRPr>
            </a:lvl1pPr>
            <a:lvl2pPr marL="457200" indent="0">
              <a:buFontTx/>
              <a:buNone/>
              <a:defRPr lang="zh-CN" altLang="en-US" sz="1600" kern="1200" dirty="0">
                <a:solidFill>
                  <a:schemeClr val="tx1"/>
                </a:solidFill>
                <a:latin typeface="微软雅黑" panose="020B0503020204020204" pitchFamily="34" charset="-122"/>
                <a:ea typeface="微软雅黑" panose="020B0503020204020204" pitchFamily="34" charset="-122"/>
                <a:cs typeface="+mn-cs"/>
              </a:defRPr>
            </a:lvl2pPr>
            <a:lvl3pPr marL="914400" indent="0">
              <a:buFontTx/>
              <a:buNone/>
              <a:defRPr baseline="0">
                <a:solidFill>
                  <a:schemeClr val="accent5">
                    <a:lumMod val="25000"/>
                  </a:schemeClr>
                </a:solidFill>
                <a:latin typeface="微软雅黑" panose="020B0503020204020204" pitchFamily="34" charset="-122"/>
              </a:defRPr>
            </a:lvl3pPr>
            <a:lvl4pPr marL="1371600" indent="0">
              <a:buFontTx/>
              <a:buNone/>
              <a:defRPr baseline="0">
                <a:solidFill>
                  <a:schemeClr val="accent5">
                    <a:lumMod val="25000"/>
                  </a:schemeClr>
                </a:solidFill>
                <a:latin typeface="微软雅黑" panose="020B0503020204020204" pitchFamily="34" charset="-122"/>
              </a:defRPr>
            </a:lvl4pPr>
            <a:lvl5pPr marL="1828800" indent="0">
              <a:buFontTx/>
              <a:buNone/>
              <a:defRPr baseline="0">
                <a:solidFill>
                  <a:schemeClr val="accent5">
                    <a:lumMod val="25000"/>
                  </a:schemeClr>
                </a:solidFill>
                <a:latin typeface="微软雅黑" panose="020B0503020204020204" pitchFamily="34" charset="-122"/>
              </a:defRPr>
            </a:lvl5pPr>
          </a:lstStyle>
          <a:p>
            <a:pPr lvl="0"/>
            <a:r>
              <a:rPr lang="en-US" altLang="zh-CN" dirty="0"/>
              <a:t>&lt;</a:t>
            </a:r>
            <a:r>
              <a:rPr lang="zh-CN" altLang="en-US" dirty="0"/>
              <a:t>一级文本</a:t>
            </a:r>
            <a:r>
              <a:rPr lang="en-US" altLang="zh-CN" dirty="0"/>
              <a:t>&gt;</a:t>
            </a:r>
            <a:endParaRPr lang="zh-CN" altLang="en-US" dirty="0"/>
          </a:p>
          <a:p>
            <a:pPr lvl="1"/>
            <a:r>
              <a:rPr lang="en-US" altLang="zh-CN" dirty="0"/>
              <a:t>&lt;</a:t>
            </a:r>
            <a:r>
              <a:rPr lang="zh-CN" altLang="en-US" dirty="0"/>
              <a:t>二级文本</a:t>
            </a:r>
            <a:r>
              <a:rPr lang="en-US" altLang="zh-CN" dirty="0"/>
              <a:t>&gt;</a:t>
            </a:r>
            <a:endParaRPr lang="zh-CN" altLang="en-US" dirty="0"/>
          </a:p>
        </p:txBody>
      </p:sp>
      <p:sp>
        <p:nvSpPr>
          <p:cNvPr id="4" name="文本占位符 3"/>
          <p:cNvSpPr>
            <a:spLocks noGrp="1"/>
          </p:cNvSpPr>
          <p:nvPr>
            <p:ph type="body" sz="quarter" idx="14" hasCustomPrompt="1"/>
          </p:nvPr>
        </p:nvSpPr>
        <p:spPr>
          <a:xfrm>
            <a:off x="601328" y="1485455"/>
            <a:ext cx="1917513" cy="338554"/>
          </a:xfrm>
        </p:spPr>
        <p:txBody>
          <a:bodyPr/>
          <a:lstStyle>
            <a:lvl1pPr marL="0" indent="0">
              <a:buFontTx/>
              <a:buNone/>
              <a:defRPr kumimoji="0" lang="zh-CN" altLang="en-US" sz="1600" b="1" i="0" u="none" strike="noStrike" kern="1200" cap="none" spc="0" normalizeH="0" baseline="0" dirty="0" smtClean="0">
                <a:ln>
                  <a:noFill/>
                </a:ln>
                <a:solidFill>
                  <a:srgbClr val="0070C0"/>
                </a:solidFill>
                <a:effectLst/>
                <a:uLnTx/>
                <a:uFillTx/>
                <a:latin typeface="微软雅黑" panose="020B0503020204020204" pitchFamily="34" charset="-122"/>
                <a:ea typeface="微软雅黑" panose="020B0503020204020204" pitchFamily="34" charset="-122"/>
                <a:cs typeface="+mn-cs"/>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&lt;</a:t>
            </a:r>
            <a:r>
              <a:rPr lang="zh-CN" altLang="en-US" dirty="0"/>
              <a:t>三级标题</a:t>
            </a:r>
            <a:r>
              <a:rPr lang="en-US" altLang="zh-CN" dirty="0"/>
              <a:t>&gt;</a:t>
            </a:r>
            <a:endParaRPr lang="zh-CN" altLang="en-US" dirty="0"/>
          </a:p>
        </p:txBody>
      </p:sp>
      <p:sp>
        <p:nvSpPr>
          <p:cNvPr id="5" name="日期占位符 4"/>
          <p:cNvSpPr>
            <a:spLocks noGrp="1"/>
          </p:cNvSpPr>
          <p:nvPr>
            <p:ph type="dt" sz="half" idx="15"/>
          </p:nvPr>
        </p:nvSpPr>
        <p:spPr/>
        <p:txBody>
          <a:bodyPr/>
          <a:lstStyle/>
          <a:p>
            <a:pPr>
              <a:defRPr/>
            </a:pPr>
            <a:fld id="{951536BF-8A02-4AEC-AD29-E1D69A5B2734}" type="datetime1">
              <a:rPr lang="zh-CN" altLang="en-US" smtClean="0"/>
            </a:fld>
            <a:endParaRPr lang="en-US" altLang="zh-CN" sz="1800"/>
          </a:p>
        </p:txBody>
      </p:sp>
      <p:sp>
        <p:nvSpPr>
          <p:cNvPr id="7" name="页脚占位符 6"/>
          <p:cNvSpPr>
            <a:spLocks noGrp="1"/>
          </p:cNvSpPr>
          <p:nvPr>
            <p:ph type="ftr" sz="quarter" idx="16"/>
          </p:nvPr>
        </p:nvSpPr>
        <p:spPr/>
        <p:txBody>
          <a:bodyPr/>
          <a:lstStyle/>
          <a:p>
            <a:pPr>
              <a:defRPr/>
            </a:pPr>
            <a:endParaRPr lang="zh-CN" altLang="zh-CN"/>
          </a:p>
        </p:txBody>
      </p:sp>
      <p:sp>
        <p:nvSpPr>
          <p:cNvPr id="8" name="灯片编号占位符 7"/>
          <p:cNvSpPr>
            <a:spLocks noGrp="1"/>
          </p:cNvSpPr>
          <p:nvPr>
            <p:ph type="sldNum" sz="quarter" idx="17"/>
          </p:nvPr>
        </p:nvSpPr>
        <p:spPr/>
        <p:txBody>
          <a:bodyPr/>
          <a:lstStyle/>
          <a:p>
            <a:pPr>
              <a:defRPr/>
            </a:pPr>
            <a:fld id="{C32AF5BB-4640-4834-A9F6-E1E43A76A632}" type="slidenum">
              <a:rPr lang="zh-CN" altLang="en-US" smtClean="0"/>
            </a:fld>
            <a:endParaRPr lang="en-US" altLang="zh-CN"/>
          </a:p>
        </p:txBody>
      </p:sp>
      <p:sp>
        <p:nvSpPr>
          <p:cNvPr id="11" name="文本占位符 13"/>
          <p:cNvSpPr>
            <a:spLocks noGrp="1"/>
          </p:cNvSpPr>
          <p:nvPr>
            <p:ph type="body" sz="quarter" idx="20" hasCustomPrompt="1"/>
          </p:nvPr>
        </p:nvSpPr>
        <p:spPr>
          <a:xfrm>
            <a:off x="609600" y="978174"/>
            <a:ext cx="3498136" cy="454745"/>
          </a:xfrm>
        </p:spPr>
        <p:txBody>
          <a:bodyPr/>
          <a:lstStyle>
            <a:lvl1pPr marL="0" indent="0" algn="ctr">
              <a:buFontTx/>
              <a:buNone/>
              <a:defRPr lang="zh-CN" altLang="en-US" sz="2000" b="1" kern="1200" dirty="0" smtClean="0">
                <a:solidFill>
                  <a:srgbClr val="FFFFFF"/>
                </a:solidFill>
                <a:latin typeface="微软雅黑" panose="020B0503020204020204" pitchFamily="34" charset="-122"/>
                <a:ea typeface="微软雅黑" panose="020B0503020204020204" pitchFamily="34" charset="-122"/>
                <a:cs typeface="+mn-cs"/>
                <a:sym typeface="Arial" panose="020B06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&lt;</a:t>
            </a:r>
            <a:r>
              <a:rPr lang="zh-CN" altLang="en-US" dirty="0"/>
              <a:t>二级标题</a:t>
            </a:r>
            <a:r>
              <a:rPr lang="en-US" altLang="zh-CN" dirty="0"/>
              <a:t>&gt;</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有三级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3454401" y="33137"/>
            <a:ext cx="8128000" cy="587595"/>
          </a:xfrm>
        </p:spPr>
        <p:txBody>
          <a:bodyPr/>
          <a:lstStyle>
            <a:lvl1pPr algn="r">
              <a:defRPr kumimoji="0" lang="zh-CN" altLang="en-US" sz="2800" b="1" i="0" u="none" strike="noStrike" kern="1200" cap="none" spc="0" normalizeH="0" baseline="0" dirty="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r>
              <a:rPr lang="en-US" altLang="zh-CN" dirty="0"/>
              <a:t>&lt;</a:t>
            </a:r>
            <a:r>
              <a:rPr lang="zh-CN" altLang="en-US" dirty="0"/>
              <a:t>一级标题</a:t>
            </a:r>
            <a:r>
              <a:rPr lang="en-US" altLang="zh-CN" dirty="0"/>
              <a:t>&gt;</a:t>
            </a:r>
            <a:endParaRPr lang="zh-CN" altLang="en-US" dirty="0"/>
          </a:p>
        </p:txBody>
      </p:sp>
      <p:sp>
        <p:nvSpPr>
          <p:cNvPr id="9" name="内容占位符 2"/>
          <p:cNvSpPr>
            <a:spLocks noGrp="1"/>
          </p:cNvSpPr>
          <p:nvPr>
            <p:ph idx="12" hasCustomPrompt="1"/>
          </p:nvPr>
        </p:nvSpPr>
        <p:spPr>
          <a:xfrm>
            <a:off x="609600" y="1946246"/>
            <a:ext cx="10972800" cy="4188850"/>
          </a:xfrm>
        </p:spPr>
        <p:txBody>
          <a:bodyPr/>
          <a:lstStyle>
            <a:lvl1pPr marL="0" indent="0">
              <a:buFontTx/>
              <a:buNone/>
              <a:defRPr lang="zh-CN" altLang="en-US" sz="2000" kern="1200" dirty="0">
                <a:solidFill>
                  <a:schemeClr val="tx1"/>
                </a:solidFill>
                <a:latin typeface="微软雅黑" panose="020B0503020204020204" pitchFamily="34" charset="-122"/>
                <a:ea typeface="微软雅黑" panose="020B0503020204020204" pitchFamily="34" charset="-122"/>
                <a:cs typeface="+mn-cs"/>
              </a:defRPr>
            </a:lvl1pPr>
            <a:lvl2pPr marL="457200" indent="0">
              <a:buFontTx/>
              <a:buNone/>
              <a:defRPr lang="zh-CN" altLang="en-US" sz="1600" kern="1200" dirty="0">
                <a:solidFill>
                  <a:schemeClr val="tx1"/>
                </a:solidFill>
                <a:latin typeface="微软雅黑" panose="020B0503020204020204" pitchFamily="34" charset="-122"/>
                <a:ea typeface="微软雅黑" panose="020B0503020204020204" pitchFamily="34" charset="-122"/>
                <a:cs typeface="+mn-cs"/>
              </a:defRPr>
            </a:lvl2pPr>
            <a:lvl3pPr marL="914400" indent="0">
              <a:buFontTx/>
              <a:buNone/>
              <a:defRPr baseline="0">
                <a:solidFill>
                  <a:schemeClr val="accent5">
                    <a:lumMod val="25000"/>
                  </a:schemeClr>
                </a:solidFill>
                <a:latin typeface="微软雅黑" panose="020B0503020204020204" pitchFamily="34" charset="-122"/>
              </a:defRPr>
            </a:lvl3pPr>
            <a:lvl4pPr marL="1371600" indent="0">
              <a:buFontTx/>
              <a:buNone/>
              <a:defRPr baseline="0">
                <a:solidFill>
                  <a:schemeClr val="accent5">
                    <a:lumMod val="25000"/>
                  </a:schemeClr>
                </a:solidFill>
                <a:latin typeface="微软雅黑" panose="020B0503020204020204" pitchFamily="34" charset="-122"/>
              </a:defRPr>
            </a:lvl4pPr>
            <a:lvl5pPr marL="1828800" indent="0">
              <a:buFontTx/>
              <a:buNone/>
              <a:defRPr baseline="0">
                <a:solidFill>
                  <a:schemeClr val="accent5">
                    <a:lumMod val="25000"/>
                  </a:schemeClr>
                </a:solidFill>
                <a:latin typeface="微软雅黑" panose="020B0503020204020204" pitchFamily="34" charset="-122"/>
              </a:defRPr>
            </a:lvl5pPr>
          </a:lstStyle>
          <a:p>
            <a:pPr lvl="0"/>
            <a:r>
              <a:rPr lang="en-US" altLang="zh-CN" dirty="0"/>
              <a:t>&lt;</a:t>
            </a:r>
            <a:r>
              <a:rPr lang="zh-CN" altLang="en-US" dirty="0"/>
              <a:t>一级文本</a:t>
            </a:r>
            <a:r>
              <a:rPr lang="en-US" altLang="zh-CN" dirty="0"/>
              <a:t>&gt;</a:t>
            </a:r>
            <a:endParaRPr lang="zh-CN" altLang="en-US" dirty="0"/>
          </a:p>
          <a:p>
            <a:pPr lvl="1"/>
            <a:r>
              <a:rPr lang="en-US" altLang="zh-CN" dirty="0"/>
              <a:t>&lt;</a:t>
            </a:r>
            <a:r>
              <a:rPr lang="zh-CN" altLang="en-US" dirty="0"/>
              <a:t>二级文本</a:t>
            </a:r>
            <a:r>
              <a:rPr lang="en-US" altLang="zh-CN" dirty="0"/>
              <a:t>&gt;</a:t>
            </a:r>
            <a:endParaRPr lang="zh-CN" altLang="en-US" dirty="0"/>
          </a:p>
        </p:txBody>
      </p:sp>
      <p:sp>
        <p:nvSpPr>
          <p:cNvPr id="4" name="文本占位符 3"/>
          <p:cNvSpPr>
            <a:spLocks noGrp="1"/>
          </p:cNvSpPr>
          <p:nvPr>
            <p:ph type="body" sz="quarter" idx="14" hasCustomPrompt="1"/>
          </p:nvPr>
        </p:nvSpPr>
        <p:spPr>
          <a:xfrm>
            <a:off x="601328" y="1485455"/>
            <a:ext cx="1917513" cy="338554"/>
          </a:xfrm>
        </p:spPr>
        <p:txBody>
          <a:bodyPr/>
          <a:lstStyle>
            <a:lvl1pPr marL="0" indent="0">
              <a:buFontTx/>
              <a:buNone/>
              <a:defRPr kumimoji="0" lang="zh-CN" altLang="en-US" sz="1600" b="1" i="0" u="none" strike="noStrike" kern="1200" cap="none" spc="0" normalizeH="0" baseline="0" dirty="0" smtClean="0">
                <a:ln>
                  <a:noFill/>
                </a:ln>
                <a:solidFill>
                  <a:srgbClr val="0070C0"/>
                </a:solidFill>
                <a:effectLst/>
                <a:uLnTx/>
                <a:uFillTx/>
                <a:latin typeface="微软雅黑" panose="020B0503020204020204" pitchFamily="34" charset="-122"/>
                <a:ea typeface="微软雅黑" panose="020B0503020204020204" pitchFamily="34" charset="-122"/>
                <a:cs typeface="+mn-cs"/>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&lt;</a:t>
            </a:r>
            <a:r>
              <a:rPr lang="zh-CN" altLang="en-US" dirty="0"/>
              <a:t>三级标题</a:t>
            </a:r>
            <a:r>
              <a:rPr lang="en-US" altLang="zh-CN" dirty="0"/>
              <a:t>&gt;</a:t>
            </a:r>
            <a:endParaRPr lang="zh-CN" altLang="en-US" dirty="0"/>
          </a:p>
        </p:txBody>
      </p:sp>
      <p:sp>
        <p:nvSpPr>
          <p:cNvPr id="5" name="日期占位符 4"/>
          <p:cNvSpPr>
            <a:spLocks noGrp="1"/>
          </p:cNvSpPr>
          <p:nvPr>
            <p:ph type="dt" sz="half" idx="15"/>
          </p:nvPr>
        </p:nvSpPr>
        <p:spPr/>
        <p:txBody>
          <a:bodyPr/>
          <a:lstStyle/>
          <a:p>
            <a:pPr>
              <a:defRPr/>
            </a:pPr>
            <a:fld id="{951536BF-8A02-4AEC-AD29-E1D69A5B2734}" type="datetime1">
              <a:rPr lang="zh-CN" altLang="en-US" smtClean="0"/>
            </a:fld>
            <a:endParaRPr lang="en-US" altLang="zh-CN" sz="1800"/>
          </a:p>
        </p:txBody>
      </p:sp>
      <p:sp>
        <p:nvSpPr>
          <p:cNvPr id="7" name="页脚占位符 6"/>
          <p:cNvSpPr>
            <a:spLocks noGrp="1"/>
          </p:cNvSpPr>
          <p:nvPr>
            <p:ph type="ftr" sz="quarter" idx="16"/>
          </p:nvPr>
        </p:nvSpPr>
        <p:spPr/>
        <p:txBody>
          <a:bodyPr/>
          <a:lstStyle/>
          <a:p>
            <a:pPr>
              <a:defRPr/>
            </a:pPr>
            <a:endParaRPr lang="zh-CN" altLang="zh-CN"/>
          </a:p>
        </p:txBody>
      </p:sp>
      <p:sp>
        <p:nvSpPr>
          <p:cNvPr id="8" name="灯片编号占位符 7"/>
          <p:cNvSpPr>
            <a:spLocks noGrp="1"/>
          </p:cNvSpPr>
          <p:nvPr>
            <p:ph type="sldNum" sz="quarter" idx="17"/>
          </p:nvPr>
        </p:nvSpPr>
        <p:spPr/>
        <p:txBody>
          <a:bodyPr/>
          <a:lstStyle/>
          <a:p>
            <a:pPr>
              <a:defRPr/>
            </a:pPr>
            <a:fld id="{C32AF5BB-4640-4834-A9F6-E1E43A76A632}" type="slidenum">
              <a:rPr lang="zh-CN" altLang="en-US" smtClean="0"/>
            </a:fld>
            <a:endParaRPr lang="en-US" altLang="zh-CN"/>
          </a:p>
        </p:txBody>
      </p:sp>
      <p:sp>
        <p:nvSpPr>
          <p:cNvPr id="10" name="文本占位符 13"/>
          <p:cNvSpPr>
            <a:spLocks noGrp="1"/>
          </p:cNvSpPr>
          <p:nvPr>
            <p:ph type="body" sz="quarter" idx="20" hasCustomPrompt="1"/>
          </p:nvPr>
        </p:nvSpPr>
        <p:spPr>
          <a:xfrm>
            <a:off x="609600" y="978174"/>
            <a:ext cx="3498136" cy="454745"/>
          </a:xfrm>
        </p:spPr>
        <p:txBody>
          <a:bodyPr/>
          <a:lstStyle>
            <a:lvl1pPr marL="0" indent="0" algn="ctr">
              <a:buFontTx/>
              <a:buNone/>
              <a:defRPr lang="zh-CN" altLang="en-US" sz="2000" b="1" kern="1200" dirty="0" smtClean="0">
                <a:solidFill>
                  <a:srgbClr val="FFFFFF"/>
                </a:solidFill>
                <a:latin typeface="微软雅黑" panose="020B0503020204020204" pitchFamily="34" charset="-122"/>
                <a:ea typeface="微软雅黑" panose="020B0503020204020204" pitchFamily="34" charset="-122"/>
                <a:cs typeface="+mn-cs"/>
                <a:sym typeface="Arial" panose="020B06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&lt;</a:t>
            </a:r>
            <a:r>
              <a:rPr lang="zh-CN" altLang="en-US" dirty="0"/>
              <a:t>二级标题</a:t>
            </a:r>
            <a:r>
              <a:rPr lang="en-US" altLang="zh-CN" dirty="0"/>
              <a:t>&gt;</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三级标题 + 图">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3454401" y="33137"/>
            <a:ext cx="8128000" cy="587595"/>
          </a:xfrm>
        </p:spPr>
        <p:txBody>
          <a:bodyPr/>
          <a:lstStyle>
            <a:lvl1pPr algn="r">
              <a:defRPr kumimoji="0" lang="zh-CN" altLang="en-US" sz="2800" b="1" i="0" u="none" strike="noStrike" kern="1200" cap="none" spc="0" normalizeH="0" baseline="0" dirty="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r>
              <a:rPr lang="en-US" altLang="zh-CN" dirty="0"/>
              <a:t>&lt;</a:t>
            </a:r>
            <a:r>
              <a:rPr lang="zh-CN" altLang="en-US" dirty="0"/>
              <a:t>一级标题</a:t>
            </a:r>
            <a:r>
              <a:rPr lang="en-US" altLang="zh-CN" dirty="0"/>
              <a:t>&gt;</a:t>
            </a:r>
            <a:endParaRPr lang="zh-CN" altLang="en-US" dirty="0"/>
          </a:p>
        </p:txBody>
      </p:sp>
      <p:sp>
        <p:nvSpPr>
          <p:cNvPr id="9" name="内容占位符 2"/>
          <p:cNvSpPr>
            <a:spLocks noGrp="1"/>
          </p:cNvSpPr>
          <p:nvPr>
            <p:ph idx="12" hasCustomPrompt="1"/>
          </p:nvPr>
        </p:nvSpPr>
        <p:spPr>
          <a:xfrm>
            <a:off x="609600" y="1946246"/>
            <a:ext cx="5229138" cy="4188850"/>
          </a:xfrm>
        </p:spPr>
        <p:txBody>
          <a:bodyPr/>
          <a:lstStyle>
            <a:lvl1pPr marL="0" indent="0">
              <a:buFontTx/>
              <a:buNone/>
              <a:defRPr lang="zh-CN" altLang="en-US" sz="2000" kern="1200" dirty="0">
                <a:solidFill>
                  <a:schemeClr val="tx1"/>
                </a:solidFill>
                <a:latin typeface="微软雅黑" panose="020B0503020204020204" pitchFamily="34" charset="-122"/>
                <a:ea typeface="微软雅黑" panose="020B0503020204020204" pitchFamily="34" charset="-122"/>
                <a:cs typeface="+mn-cs"/>
              </a:defRPr>
            </a:lvl1pPr>
            <a:lvl2pPr marL="457200" indent="0">
              <a:buFontTx/>
              <a:buNone/>
              <a:defRPr lang="zh-CN" altLang="en-US" sz="1600" kern="1200" dirty="0">
                <a:solidFill>
                  <a:schemeClr val="tx1"/>
                </a:solidFill>
                <a:latin typeface="微软雅黑" panose="020B0503020204020204" pitchFamily="34" charset="-122"/>
                <a:ea typeface="微软雅黑" panose="020B0503020204020204" pitchFamily="34" charset="-122"/>
                <a:cs typeface="+mn-cs"/>
              </a:defRPr>
            </a:lvl2pPr>
            <a:lvl3pPr marL="914400" indent="0">
              <a:buFontTx/>
              <a:buNone/>
              <a:defRPr baseline="0">
                <a:solidFill>
                  <a:schemeClr val="accent5">
                    <a:lumMod val="25000"/>
                  </a:schemeClr>
                </a:solidFill>
                <a:latin typeface="微软雅黑" panose="020B0503020204020204" pitchFamily="34" charset="-122"/>
              </a:defRPr>
            </a:lvl3pPr>
            <a:lvl4pPr marL="1371600" indent="0">
              <a:buFontTx/>
              <a:buNone/>
              <a:defRPr baseline="0">
                <a:solidFill>
                  <a:schemeClr val="accent5">
                    <a:lumMod val="25000"/>
                  </a:schemeClr>
                </a:solidFill>
                <a:latin typeface="微软雅黑" panose="020B0503020204020204" pitchFamily="34" charset="-122"/>
              </a:defRPr>
            </a:lvl4pPr>
            <a:lvl5pPr marL="1828800" indent="0">
              <a:buFontTx/>
              <a:buNone/>
              <a:defRPr baseline="0">
                <a:solidFill>
                  <a:schemeClr val="accent5">
                    <a:lumMod val="25000"/>
                  </a:schemeClr>
                </a:solidFill>
                <a:latin typeface="微软雅黑" panose="020B0503020204020204" pitchFamily="34" charset="-122"/>
              </a:defRPr>
            </a:lvl5pPr>
          </a:lstStyle>
          <a:p>
            <a:pPr lvl="0"/>
            <a:r>
              <a:rPr lang="en-US" altLang="zh-CN" dirty="0"/>
              <a:t>&lt;</a:t>
            </a:r>
            <a:r>
              <a:rPr lang="zh-CN" altLang="en-US" dirty="0"/>
              <a:t>一级文本</a:t>
            </a:r>
            <a:r>
              <a:rPr lang="en-US" altLang="zh-CN" dirty="0"/>
              <a:t>&gt;</a:t>
            </a:r>
            <a:endParaRPr lang="zh-CN" altLang="en-US" dirty="0"/>
          </a:p>
          <a:p>
            <a:pPr lvl="1"/>
            <a:r>
              <a:rPr lang="en-US" altLang="zh-CN" dirty="0"/>
              <a:t>&lt;</a:t>
            </a:r>
            <a:r>
              <a:rPr lang="zh-CN" altLang="en-US" dirty="0"/>
              <a:t>二级文本</a:t>
            </a:r>
            <a:r>
              <a:rPr lang="en-US" altLang="zh-CN" dirty="0"/>
              <a:t>&gt;</a:t>
            </a:r>
            <a:endParaRPr lang="zh-CN" altLang="en-US" dirty="0"/>
          </a:p>
        </p:txBody>
      </p:sp>
      <p:sp>
        <p:nvSpPr>
          <p:cNvPr id="4" name="文本占位符 3"/>
          <p:cNvSpPr>
            <a:spLocks noGrp="1"/>
          </p:cNvSpPr>
          <p:nvPr>
            <p:ph type="body" sz="quarter" idx="14" hasCustomPrompt="1"/>
          </p:nvPr>
        </p:nvSpPr>
        <p:spPr>
          <a:xfrm>
            <a:off x="609600" y="1497563"/>
            <a:ext cx="1917513" cy="338554"/>
          </a:xfrm>
        </p:spPr>
        <p:txBody>
          <a:bodyPr/>
          <a:lstStyle>
            <a:lvl1pPr marL="0" indent="0">
              <a:buFontTx/>
              <a:buNone/>
              <a:defRPr kumimoji="0" lang="zh-CN" altLang="en-US" sz="1600" b="1" i="0" u="none" strike="noStrike" kern="1200" cap="none" spc="0" normalizeH="0" baseline="0" dirty="0" smtClean="0">
                <a:ln>
                  <a:noFill/>
                </a:ln>
                <a:solidFill>
                  <a:srgbClr val="0070C0"/>
                </a:solidFill>
                <a:effectLst/>
                <a:uLnTx/>
                <a:uFillTx/>
                <a:latin typeface="微软雅黑" panose="020B0503020204020204" pitchFamily="34" charset="-122"/>
                <a:ea typeface="微软雅黑" panose="020B0503020204020204" pitchFamily="34" charset="-122"/>
                <a:cs typeface="+mn-cs"/>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&lt;</a:t>
            </a:r>
            <a:r>
              <a:rPr lang="zh-CN" altLang="en-US" dirty="0"/>
              <a:t>三级标题</a:t>
            </a:r>
            <a:r>
              <a:rPr lang="en-US" altLang="zh-CN" dirty="0"/>
              <a:t>&gt;</a:t>
            </a:r>
            <a:endParaRPr lang="zh-CN" altLang="en-US" dirty="0"/>
          </a:p>
        </p:txBody>
      </p:sp>
      <p:sp>
        <p:nvSpPr>
          <p:cNvPr id="5" name="日期占位符 4"/>
          <p:cNvSpPr>
            <a:spLocks noGrp="1"/>
          </p:cNvSpPr>
          <p:nvPr>
            <p:ph type="dt" sz="half" idx="15"/>
          </p:nvPr>
        </p:nvSpPr>
        <p:spPr/>
        <p:txBody>
          <a:bodyPr/>
          <a:lstStyle/>
          <a:p>
            <a:pPr>
              <a:defRPr/>
            </a:pPr>
            <a:fld id="{951536BF-8A02-4AEC-AD29-E1D69A5B2734}" type="datetime1">
              <a:rPr lang="zh-CN" altLang="en-US" smtClean="0"/>
            </a:fld>
            <a:endParaRPr lang="en-US" altLang="zh-CN" sz="1800"/>
          </a:p>
        </p:txBody>
      </p:sp>
      <p:sp>
        <p:nvSpPr>
          <p:cNvPr id="7" name="页脚占位符 6"/>
          <p:cNvSpPr>
            <a:spLocks noGrp="1"/>
          </p:cNvSpPr>
          <p:nvPr>
            <p:ph type="ftr" sz="quarter" idx="16"/>
          </p:nvPr>
        </p:nvSpPr>
        <p:spPr/>
        <p:txBody>
          <a:bodyPr/>
          <a:lstStyle/>
          <a:p>
            <a:pPr>
              <a:defRPr/>
            </a:pPr>
            <a:endParaRPr lang="zh-CN" altLang="zh-CN"/>
          </a:p>
        </p:txBody>
      </p:sp>
      <p:sp>
        <p:nvSpPr>
          <p:cNvPr id="8" name="灯片编号占位符 7"/>
          <p:cNvSpPr>
            <a:spLocks noGrp="1"/>
          </p:cNvSpPr>
          <p:nvPr>
            <p:ph type="sldNum" sz="quarter" idx="17"/>
          </p:nvPr>
        </p:nvSpPr>
        <p:spPr/>
        <p:txBody>
          <a:bodyPr/>
          <a:lstStyle/>
          <a:p>
            <a:pPr>
              <a:defRPr/>
            </a:pPr>
            <a:fld id="{C32AF5BB-4640-4834-A9F6-E1E43A76A632}" type="slidenum">
              <a:rPr lang="zh-CN" altLang="en-US" smtClean="0"/>
            </a:fld>
            <a:endParaRPr lang="en-US" altLang="zh-CN"/>
          </a:p>
        </p:txBody>
      </p:sp>
      <p:sp>
        <p:nvSpPr>
          <p:cNvPr id="13" name="图片占位符 11"/>
          <p:cNvSpPr>
            <a:spLocks noGrp="1"/>
          </p:cNvSpPr>
          <p:nvPr>
            <p:ph type="pic" sz="quarter" idx="19" hasCustomPrompt="1"/>
          </p:nvPr>
        </p:nvSpPr>
        <p:spPr>
          <a:xfrm>
            <a:off x="6328096" y="1609133"/>
            <a:ext cx="5254304" cy="4525963"/>
          </a:xfrm>
        </p:spPr>
        <p:txBody>
          <a:bodyPr anchor="ctr"/>
          <a:lstStyle>
            <a:lvl1pPr marL="0" indent="0" algn="ctr">
              <a:buFontTx/>
              <a:buNone/>
              <a:defRPr sz="1600">
                <a:latin typeface="微软雅黑" panose="020B0503020204020204" pitchFamily="34" charset="-122"/>
                <a:ea typeface="微软雅黑" panose="020B0503020204020204" pitchFamily="34" charset="-122"/>
              </a:defRPr>
            </a:lvl1pPr>
            <a:lvl2pPr>
              <a:defRPr lang="zh-CN" altLang="en-US" sz="1600" kern="1200" dirty="0">
                <a:solidFill>
                  <a:schemeClr val="tx1"/>
                </a:solidFill>
                <a:latin typeface="微软雅黑" panose="020B0503020204020204" pitchFamily="34" charset="-122"/>
                <a:ea typeface="微软雅黑" panose="020B0503020204020204" pitchFamily="34" charset="-122"/>
                <a:cs typeface="+mn-cs"/>
                <a:sym typeface="Arial" panose="020B0604020202020204" pitchFamily="34" charset="0"/>
              </a:defRPr>
            </a:lvl2pPr>
          </a:lstStyle>
          <a:p>
            <a:pPr marL="0" lvl="0" indent="-285750" algn="l" defTabSz="0" rtl="0" eaLnBrk="0" fontAlgn="base" hangingPunct="0">
              <a:spcBef>
                <a:spcPct val="20000"/>
              </a:spcBef>
              <a:spcAft>
                <a:spcPct val="0"/>
              </a:spcAft>
              <a:buFontTx/>
              <a:buNone/>
            </a:pPr>
            <a:r>
              <a:rPr lang="en-US" altLang="zh-CN" dirty="0"/>
              <a:t>&lt;</a:t>
            </a:r>
            <a:r>
              <a:rPr lang="zh-CN" altLang="en-US" dirty="0"/>
              <a:t>图片</a:t>
            </a:r>
            <a:r>
              <a:rPr lang="en-US" altLang="zh-CN" dirty="0"/>
              <a:t>&gt;</a:t>
            </a:r>
            <a:endParaRPr lang="zh-CN" altLang="en-US" dirty="0"/>
          </a:p>
        </p:txBody>
      </p:sp>
      <p:sp>
        <p:nvSpPr>
          <p:cNvPr id="10" name="文本占位符 13"/>
          <p:cNvSpPr>
            <a:spLocks noGrp="1"/>
          </p:cNvSpPr>
          <p:nvPr>
            <p:ph type="body" sz="quarter" idx="20" hasCustomPrompt="1"/>
          </p:nvPr>
        </p:nvSpPr>
        <p:spPr>
          <a:xfrm>
            <a:off x="609600" y="978174"/>
            <a:ext cx="3498136" cy="454745"/>
          </a:xfrm>
        </p:spPr>
        <p:txBody>
          <a:bodyPr/>
          <a:lstStyle>
            <a:lvl1pPr marL="0" indent="0" algn="ctr">
              <a:buFontTx/>
              <a:buNone/>
              <a:defRPr lang="zh-CN" altLang="en-US" sz="2000" b="1" kern="1200" dirty="0" smtClean="0">
                <a:solidFill>
                  <a:srgbClr val="FFFFFF"/>
                </a:solidFill>
                <a:latin typeface="微软雅黑" panose="020B0503020204020204" pitchFamily="34" charset="-122"/>
                <a:ea typeface="微软雅黑" panose="020B0503020204020204" pitchFamily="34" charset="-122"/>
                <a:cs typeface="+mn-cs"/>
                <a:sym typeface="Arial" panose="020B06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&lt;</a:t>
            </a:r>
            <a:r>
              <a:rPr lang="zh-CN" altLang="en-US" dirty="0"/>
              <a:t>二级标题</a:t>
            </a:r>
            <a:r>
              <a:rPr lang="en-US" altLang="zh-CN" dirty="0"/>
              <a:t>&gt;</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多个三级标题(横)">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3454401" y="33137"/>
            <a:ext cx="8128000" cy="587595"/>
          </a:xfrm>
        </p:spPr>
        <p:txBody>
          <a:bodyPr/>
          <a:lstStyle>
            <a:lvl1pPr algn="r">
              <a:defRPr kumimoji="0" lang="zh-CN" altLang="en-US" sz="2800" b="1" i="0" u="none" strike="noStrike" kern="1200" cap="none" spc="0" normalizeH="0" baseline="0" dirty="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r>
              <a:rPr lang="en-US" altLang="zh-CN" dirty="0"/>
              <a:t>&lt;</a:t>
            </a:r>
            <a:r>
              <a:rPr lang="zh-CN" altLang="en-US" dirty="0"/>
              <a:t>一级标题</a:t>
            </a:r>
            <a:r>
              <a:rPr lang="en-US" altLang="zh-CN" dirty="0"/>
              <a:t>&gt;</a:t>
            </a:r>
            <a:endParaRPr lang="zh-CN" altLang="en-US" dirty="0"/>
          </a:p>
        </p:txBody>
      </p:sp>
      <p:sp>
        <p:nvSpPr>
          <p:cNvPr id="9" name="内容占位符 2"/>
          <p:cNvSpPr>
            <a:spLocks noGrp="1"/>
          </p:cNvSpPr>
          <p:nvPr>
            <p:ph idx="12" hasCustomPrompt="1"/>
          </p:nvPr>
        </p:nvSpPr>
        <p:spPr>
          <a:xfrm>
            <a:off x="609600" y="1946246"/>
            <a:ext cx="5229138" cy="4188850"/>
          </a:xfrm>
        </p:spPr>
        <p:txBody>
          <a:bodyPr/>
          <a:lstStyle>
            <a:lvl1pPr marL="0" indent="0">
              <a:buFontTx/>
              <a:buNone/>
              <a:defRPr lang="zh-CN" altLang="en-US" sz="2000" kern="1200" dirty="0">
                <a:solidFill>
                  <a:schemeClr val="tx1"/>
                </a:solidFill>
                <a:latin typeface="微软雅黑" panose="020B0503020204020204" pitchFamily="34" charset="-122"/>
                <a:ea typeface="微软雅黑" panose="020B0503020204020204" pitchFamily="34" charset="-122"/>
                <a:cs typeface="+mn-cs"/>
              </a:defRPr>
            </a:lvl1pPr>
            <a:lvl2pPr marL="457200" indent="0">
              <a:buFontTx/>
              <a:buNone/>
              <a:defRPr lang="zh-CN" altLang="en-US" sz="1600" kern="1200" dirty="0">
                <a:solidFill>
                  <a:schemeClr val="tx1"/>
                </a:solidFill>
                <a:latin typeface="微软雅黑" panose="020B0503020204020204" pitchFamily="34" charset="-122"/>
                <a:ea typeface="微软雅黑" panose="020B0503020204020204" pitchFamily="34" charset="-122"/>
                <a:cs typeface="+mn-cs"/>
              </a:defRPr>
            </a:lvl2pPr>
            <a:lvl3pPr marL="914400" indent="0">
              <a:buFontTx/>
              <a:buNone/>
              <a:defRPr baseline="0">
                <a:solidFill>
                  <a:schemeClr val="accent5">
                    <a:lumMod val="25000"/>
                  </a:schemeClr>
                </a:solidFill>
                <a:latin typeface="微软雅黑" panose="020B0503020204020204" pitchFamily="34" charset="-122"/>
              </a:defRPr>
            </a:lvl3pPr>
            <a:lvl4pPr marL="1371600" indent="0">
              <a:buFontTx/>
              <a:buNone/>
              <a:defRPr baseline="0">
                <a:solidFill>
                  <a:schemeClr val="accent5">
                    <a:lumMod val="25000"/>
                  </a:schemeClr>
                </a:solidFill>
                <a:latin typeface="微软雅黑" panose="020B0503020204020204" pitchFamily="34" charset="-122"/>
              </a:defRPr>
            </a:lvl4pPr>
            <a:lvl5pPr marL="1828800" indent="0">
              <a:buFontTx/>
              <a:buNone/>
              <a:defRPr baseline="0">
                <a:solidFill>
                  <a:schemeClr val="accent5">
                    <a:lumMod val="25000"/>
                  </a:schemeClr>
                </a:solidFill>
                <a:latin typeface="微软雅黑" panose="020B0503020204020204" pitchFamily="34" charset="-122"/>
              </a:defRPr>
            </a:lvl5pPr>
          </a:lstStyle>
          <a:p>
            <a:pPr lvl="0"/>
            <a:r>
              <a:rPr lang="en-US" altLang="zh-CN" dirty="0"/>
              <a:t>&lt;</a:t>
            </a:r>
            <a:r>
              <a:rPr lang="zh-CN" altLang="en-US" dirty="0"/>
              <a:t>一级文本</a:t>
            </a:r>
            <a:r>
              <a:rPr lang="en-US" altLang="zh-CN" dirty="0"/>
              <a:t>&gt;</a:t>
            </a:r>
            <a:endParaRPr lang="zh-CN" altLang="en-US" dirty="0"/>
          </a:p>
          <a:p>
            <a:pPr lvl="1"/>
            <a:r>
              <a:rPr lang="en-US" altLang="zh-CN" dirty="0"/>
              <a:t>&lt;</a:t>
            </a:r>
            <a:r>
              <a:rPr lang="zh-CN" altLang="en-US" dirty="0"/>
              <a:t>二级文本</a:t>
            </a:r>
            <a:r>
              <a:rPr lang="en-US" altLang="zh-CN" dirty="0"/>
              <a:t>&gt;</a:t>
            </a:r>
            <a:endParaRPr lang="zh-CN" altLang="en-US" dirty="0"/>
          </a:p>
        </p:txBody>
      </p:sp>
      <p:sp>
        <p:nvSpPr>
          <p:cNvPr id="4" name="文本占位符 3"/>
          <p:cNvSpPr>
            <a:spLocks noGrp="1"/>
          </p:cNvSpPr>
          <p:nvPr>
            <p:ph type="body" sz="quarter" idx="14" hasCustomPrompt="1"/>
          </p:nvPr>
        </p:nvSpPr>
        <p:spPr>
          <a:xfrm>
            <a:off x="666296" y="1491509"/>
            <a:ext cx="1917513" cy="338554"/>
          </a:xfrm>
        </p:spPr>
        <p:txBody>
          <a:bodyPr/>
          <a:lstStyle>
            <a:lvl1pPr marL="0" indent="0">
              <a:buFontTx/>
              <a:buNone/>
              <a:defRPr kumimoji="0" lang="zh-CN" altLang="en-US" sz="1600" b="1" i="0" u="none" strike="noStrike" kern="1200" cap="none" spc="0" normalizeH="0" baseline="0" dirty="0" smtClean="0">
                <a:ln>
                  <a:noFill/>
                </a:ln>
                <a:solidFill>
                  <a:srgbClr val="0070C0"/>
                </a:solidFill>
                <a:effectLst/>
                <a:uLnTx/>
                <a:uFillTx/>
                <a:latin typeface="微软雅黑" panose="020B0503020204020204" pitchFamily="34" charset="-122"/>
                <a:ea typeface="微软雅黑" panose="020B0503020204020204" pitchFamily="34" charset="-122"/>
                <a:cs typeface="+mn-cs"/>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&lt;</a:t>
            </a:r>
            <a:r>
              <a:rPr lang="zh-CN" altLang="en-US" dirty="0"/>
              <a:t>三级标题</a:t>
            </a:r>
            <a:r>
              <a:rPr lang="en-US" altLang="zh-CN" dirty="0"/>
              <a:t>&gt;</a:t>
            </a:r>
            <a:endParaRPr lang="zh-CN" altLang="en-US" dirty="0"/>
          </a:p>
        </p:txBody>
      </p:sp>
      <p:sp>
        <p:nvSpPr>
          <p:cNvPr id="5" name="日期占位符 4"/>
          <p:cNvSpPr>
            <a:spLocks noGrp="1"/>
          </p:cNvSpPr>
          <p:nvPr>
            <p:ph type="dt" sz="half" idx="15"/>
          </p:nvPr>
        </p:nvSpPr>
        <p:spPr/>
        <p:txBody>
          <a:bodyPr/>
          <a:lstStyle/>
          <a:p>
            <a:pPr>
              <a:defRPr/>
            </a:pPr>
            <a:fld id="{951536BF-8A02-4AEC-AD29-E1D69A5B2734}" type="datetime1">
              <a:rPr lang="zh-CN" altLang="en-US" smtClean="0"/>
            </a:fld>
            <a:endParaRPr lang="en-US" altLang="zh-CN" sz="1800"/>
          </a:p>
        </p:txBody>
      </p:sp>
      <p:sp>
        <p:nvSpPr>
          <p:cNvPr id="7" name="页脚占位符 6"/>
          <p:cNvSpPr>
            <a:spLocks noGrp="1"/>
          </p:cNvSpPr>
          <p:nvPr>
            <p:ph type="ftr" sz="quarter" idx="16"/>
          </p:nvPr>
        </p:nvSpPr>
        <p:spPr/>
        <p:txBody>
          <a:bodyPr/>
          <a:lstStyle/>
          <a:p>
            <a:pPr>
              <a:defRPr/>
            </a:pPr>
            <a:endParaRPr lang="zh-CN" altLang="zh-CN"/>
          </a:p>
        </p:txBody>
      </p:sp>
      <p:sp>
        <p:nvSpPr>
          <p:cNvPr id="8" name="灯片编号占位符 7"/>
          <p:cNvSpPr>
            <a:spLocks noGrp="1"/>
          </p:cNvSpPr>
          <p:nvPr>
            <p:ph type="sldNum" sz="quarter" idx="17"/>
          </p:nvPr>
        </p:nvSpPr>
        <p:spPr/>
        <p:txBody>
          <a:bodyPr/>
          <a:lstStyle/>
          <a:p>
            <a:pPr>
              <a:defRPr/>
            </a:pPr>
            <a:fld id="{C32AF5BB-4640-4834-A9F6-E1E43A76A632}" type="slidenum">
              <a:rPr lang="zh-CN" altLang="en-US" smtClean="0"/>
            </a:fld>
            <a:endParaRPr lang="en-US" altLang="zh-CN"/>
          </a:p>
        </p:txBody>
      </p:sp>
      <p:sp>
        <p:nvSpPr>
          <p:cNvPr id="10" name="内容占位符 2"/>
          <p:cNvSpPr>
            <a:spLocks noGrp="1"/>
          </p:cNvSpPr>
          <p:nvPr>
            <p:ph idx="18" hasCustomPrompt="1"/>
          </p:nvPr>
        </p:nvSpPr>
        <p:spPr>
          <a:xfrm>
            <a:off x="6353262" y="1946246"/>
            <a:ext cx="5229138" cy="4188850"/>
          </a:xfrm>
        </p:spPr>
        <p:txBody>
          <a:bodyPr/>
          <a:lstStyle>
            <a:lvl1pPr marL="0" indent="0">
              <a:buFontTx/>
              <a:buNone/>
              <a:defRPr lang="zh-CN" altLang="en-US" sz="2000" kern="1200" dirty="0">
                <a:solidFill>
                  <a:schemeClr val="tx1"/>
                </a:solidFill>
                <a:latin typeface="微软雅黑" panose="020B0503020204020204" pitchFamily="34" charset="-122"/>
                <a:ea typeface="微软雅黑" panose="020B0503020204020204" pitchFamily="34" charset="-122"/>
                <a:cs typeface="+mn-cs"/>
              </a:defRPr>
            </a:lvl1pPr>
            <a:lvl2pPr marL="457200" indent="0">
              <a:buFontTx/>
              <a:buNone/>
              <a:defRPr lang="zh-CN" altLang="en-US" sz="1600" kern="1200" dirty="0">
                <a:solidFill>
                  <a:schemeClr val="tx1"/>
                </a:solidFill>
                <a:latin typeface="微软雅黑" panose="020B0503020204020204" pitchFamily="34" charset="-122"/>
                <a:ea typeface="微软雅黑" panose="020B0503020204020204" pitchFamily="34" charset="-122"/>
                <a:cs typeface="+mn-cs"/>
              </a:defRPr>
            </a:lvl2pPr>
            <a:lvl3pPr marL="914400" indent="0">
              <a:buFontTx/>
              <a:buNone/>
              <a:defRPr baseline="0">
                <a:solidFill>
                  <a:schemeClr val="accent5">
                    <a:lumMod val="25000"/>
                  </a:schemeClr>
                </a:solidFill>
                <a:latin typeface="微软雅黑" panose="020B0503020204020204" pitchFamily="34" charset="-122"/>
              </a:defRPr>
            </a:lvl3pPr>
            <a:lvl4pPr marL="1371600" indent="0">
              <a:buFontTx/>
              <a:buNone/>
              <a:defRPr baseline="0">
                <a:solidFill>
                  <a:schemeClr val="accent5">
                    <a:lumMod val="25000"/>
                  </a:schemeClr>
                </a:solidFill>
                <a:latin typeface="微软雅黑" panose="020B0503020204020204" pitchFamily="34" charset="-122"/>
              </a:defRPr>
            </a:lvl4pPr>
            <a:lvl5pPr marL="1828800" indent="0">
              <a:buFontTx/>
              <a:buNone/>
              <a:defRPr baseline="0">
                <a:solidFill>
                  <a:schemeClr val="accent5">
                    <a:lumMod val="25000"/>
                  </a:schemeClr>
                </a:solidFill>
                <a:latin typeface="微软雅黑" panose="020B0503020204020204" pitchFamily="34" charset="-122"/>
              </a:defRPr>
            </a:lvl5pPr>
          </a:lstStyle>
          <a:p>
            <a:pPr lvl="0"/>
            <a:r>
              <a:rPr lang="en-US" altLang="zh-CN" dirty="0"/>
              <a:t>&lt;</a:t>
            </a:r>
            <a:r>
              <a:rPr lang="zh-CN" altLang="en-US" dirty="0"/>
              <a:t>一级文本</a:t>
            </a:r>
            <a:r>
              <a:rPr lang="en-US" altLang="zh-CN" dirty="0"/>
              <a:t>&gt;</a:t>
            </a:r>
            <a:endParaRPr lang="zh-CN" altLang="en-US" dirty="0"/>
          </a:p>
          <a:p>
            <a:pPr lvl="1"/>
            <a:r>
              <a:rPr lang="en-US" altLang="zh-CN" dirty="0"/>
              <a:t>&lt;</a:t>
            </a:r>
            <a:r>
              <a:rPr lang="zh-CN" altLang="en-US" dirty="0"/>
              <a:t>二级文本</a:t>
            </a:r>
            <a:r>
              <a:rPr lang="en-US" altLang="zh-CN" dirty="0"/>
              <a:t>&gt;</a:t>
            </a:r>
            <a:endParaRPr lang="zh-CN" altLang="en-US" dirty="0"/>
          </a:p>
        </p:txBody>
      </p:sp>
      <p:sp>
        <p:nvSpPr>
          <p:cNvPr id="12" name="文本占位符 3"/>
          <p:cNvSpPr>
            <a:spLocks noGrp="1"/>
          </p:cNvSpPr>
          <p:nvPr>
            <p:ph type="body" sz="quarter" idx="19" hasCustomPrompt="1"/>
          </p:nvPr>
        </p:nvSpPr>
        <p:spPr>
          <a:xfrm>
            <a:off x="6409958" y="1491509"/>
            <a:ext cx="1917513" cy="338554"/>
          </a:xfrm>
        </p:spPr>
        <p:txBody>
          <a:bodyPr/>
          <a:lstStyle>
            <a:lvl1pPr marL="0" indent="0">
              <a:buFontTx/>
              <a:buNone/>
              <a:defRPr kumimoji="0" lang="zh-CN" altLang="en-US" sz="1600" b="1" i="0" u="none" strike="noStrike" kern="1200" cap="none" spc="0" normalizeH="0" baseline="0" dirty="0" smtClean="0">
                <a:ln>
                  <a:noFill/>
                </a:ln>
                <a:solidFill>
                  <a:srgbClr val="0070C0"/>
                </a:solidFill>
                <a:effectLst/>
                <a:uLnTx/>
                <a:uFillTx/>
                <a:latin typeface="微软雅黑" panose="020B0503020204020204" pitchFamily="34" charset="-122"/>
                <a:ea typeface="微软雅黑" panose="020B0503020204020204" pitchFamily="34" charset="-122"/>
                <a:cs typeface="+mn-cs"/>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&lt;</a:t>
            </a:r>
            <a:r>
              <a:rPr lang="zh-CN" altLang="en-US" dirty="0"/>
              <a:t>三级标题</a:t>
            </a:r>
            <a:r>
              <a:rPr lang="en-US" altLang="zh-CN" dirty="0"/>
              <a:t>&gt;</a:t>
            </a:r>
            <a:endParaRPr lang="zh-CN" altLang="en-US" dirty="0"/>
          </a:p>
        </p:txBody>
      </p:sp>
      <p:sp>
        <p:nvSpPr>
          <p:cNvPr id="15" name="文本占位符 13"/>
          <p:cNvSpPr>
            <a:spLocks noGrp="1"/>
          </p:cNvSpPr>
          <p:nvPr>
            <p:ph type="body" sz="quarter" idx="20" hasCustomPrompt="1"/>
          </p:nvPr>
        </p:nvSpPr>
        <p:spPr>
          <a:xfrm>
            <a:off x="609600" y="978174"/>
            <a:ext cx="3498136" cy="454745"/>
          </a:xfrm>
        </p:spPr>
        <p:txBody>
          <a:bodyPr/>
          <a:lstStyle>
            <a:lvl1pPr marL="0" indent="0" algn="ctr">
              <a:buFontTx/>
              <a:buNone/>
              <a:defRPr lang="zh-CN" altLang="en-US" sz="2000" b="1" kern="1200" dirty="0" smtClean="0">
                <a:solidFill>
                  <a:srgbClr val="FFFFFF"/>
                </a:solidFill>
                <a:latin typeface="微软雅黑" panose="020B0503020204020204" pitchFamily="34" charset="-122"/>
                <a:ea typeface="微软雅黑" panose="020B0503020204020204" pitchFamily="34" charset="-122"/>
                <a:cs typeface="+mn-cs"/>
                <a:sym typeface="Arial" panose="020B06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&lt;</a:t>
            </a:r>
            <a:r>
              <a:rPr lang="zh-CN" altLang="en-US" dirty="0"/>
              <a:t>二级标题</a:t>
            </a:r>
            <a:r>
              <a:rPr lang="en-US" altLang="zh-CN" dirty="0"/>
              <a:t>&gt;</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kumimoji="1" lang="zh-CN" altLang="en-US" sz="2800" b="1" kern="1200" dirty="0">
                <a:solidFill>
                  <a:srgbClr val="002060"/>
                </a:solidFill>
                <a:latin typeface="微软雅黑" panose="020B0503020204020204" pitchFamily="34" charset="-122"/>
                <a:ea typeface="微软雅黑" panose="020B0503020204020204" pitchFamily="34" charset="-122"/>
                <a:cs typeface="Arial Unicode MS" pitchFamily="34" charset="-122"/>
                <a:sym typeface="Arial" panose="020B0604020202020204" pitchFamily="34" charset="0"/>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结束页">
    <p:spTree>
      <p:nvGrpSpPr>
        <p:cNvPr id="1" name=""/>
        <p:cNvGrpSpPr/>
        <p:nvPr/>
      </p:nvGrpSpPr>
      <p:grpSpPr>
        <a:xfrm>
          <a:off x="0" y="0"/>
          <a:ext cx="0" cy="0"/>
          <a:chOff x="0" y="0"/>
          <a:chExt cx="0" cy="0"/>
        </a:xfrm>
      </p:grpSpPr>
      <p:sp>
        <p:nvSpPr>
          <p:cNvPr id="5" name="矩形 4"/>
          <p:cNvSpPr/>
          <p:nvPr/>
        </p:nvSpPr>
        <p:spPr>
          <a:xfrm>
            <a:off x="3515984" y="2921168"/>
            <a:ext cx="5418466" cy="1015663"/>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6000" b="1" i="0" u="none" strike="noStrike" kern="0" cap="none" spc="0" normalizeH="0" baseline="0" noProof="0" dirty="0">
                <a:ln>
                  <a:noFill/>
                </a:ln>
                <a:solidFill>
                  <a:srgbClr val="D0DFF0">
                    <a:lumMod val="50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 敬请批评指正！</a:t>
            </a:r>
            <a:endParaRPr kumimoji="0" lang="zh-CN" altLang="en-US" sz="2800" b="0" i="0" u="none" strike="noStrike" kern="0" cap="none" spc="0" normalizeH="0" baseline="0" noProof="0" dirty="0">
              <a:ln>
                <a:noFill/>
              </a:ln>
              <a:solidFill>
                <a:sysClr val="windowText" lastClr="000000"/>
              </a:solidFill>
              <a:effectLst/>
              <a:uLnTx/>
              <a:uFillTx/>
            </a:endParaRPr>
          </a:p>
        </p:txBody>
      </p:sp>
      <p:sp>
        <p:nvSpPr>
          <p:cNvPr id="3" name="矩形 2"/>
          <p:cNvSpPr/>
          <p:nvPr userDrawn="1"/>
        </p:nvSpPr>
        <p:spPr>
          <a:xfrm>
            <a:off x="3515984" y="2921168"/>
            <a:ext cx="5418466" cy="1015663"/>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6000" b="1" i="0" u="none" strike="noStrike" kern="0" cap="none" spc="0" normalizeH="0" baseline="0" noProof="0" dirty="0">
                <a:ln>
                  <a:noFill/>
                </a:ln>
                <a:solidFill>
                  <a:srgbClr val="D0DFF0">
                    <a:lumMod val="50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 敬请批评指正！</a:t>
            </a:r>
            <a:endParaRPr kumimoji="0" lang="zh-CN" altLang="en-US" sz="2800" b="0" i="0" u="none" strike="noStrike" kern="0" cap="none" spc="0" normalizeH="0" baseline="0" noProof="0" dirty="0">
              <a:ln>
                <a:noFill/>
              </a:ln>
              <a:solidFill>
                <a:sysClr val="windowText" lastClr="000000"/>
              </a:solidFill>
              <a:effectLst/>
              <a:uLnTx/>
              <a:uFillTx/>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fld id="{71B92936-C7C5-4959-8C71-DDD6F0A5BBD2}" type="datetime1">
              <a:rPr lang="zh-CN" altLang="en-US" smtClean="0"/>
            </a:fld>
            <a:endParaRPr lang="en-US" altLang="zh-CN" sz="1800"/>
          </a:p>
        </p:txBody>
      </p:sp>
      <p:sp>
        <p:nvSpPr>
          <p:cNvPr id="3" name="Rectangle 5"/>
          <p:cNvSpPr>
            <a:spLocks noGrp="1" noChangeArrowheads="1"/>
          </p:cNvSpPr>
          <p:nvPr>
            <p:ph type="ftr" sz="quarter" idx="11"/>
          </p:nvPr>
        </p:nvSpPr>
        <p:spPr/>
        <p:txBody>
          <a:bodyPr/>
          <a:lstStyle>
            <a:lvl1pPr>
              <a:defRPr/>
            </a:lvl1pPr>
          </a:lstStyle>
          <a:p>
            <a:pPr>
              <a:defRPr/>
            </a:pPr>
            <a:endParaRPr lang="zh-CN" altLang="zh-CN"/>
          </a:p>
        </p:txBody>
      </p:sp>
      <p:sp>
        <p:nvSpPr>
          <p:cNvPr id="4" name="Rectangle 6"/>
          <p:cNvSpPr>
            <a:spLocks noGrp="1" noChangeArrowheads="1"/>
          </p:cNvSpPr>
          <p:nvPr>
            <p:ph type="sldNum" sz="quarter" idx="12"/>
          </p:nvPr>
        </p:nvSpPr>
        <p:spPr/>
        <p:txBody>
          <a:bodyPr/>
          <a:lstStyle>
            <a:lvl1pPr>
              <a:defRPr/>
            </a:lvl1pPr>
          </a:lstStyle>
          <a:p>
            <a:pPr>
              <a:defRPr/>
            </a:pPr>
            <a:fld id="{068D7114-D411-425E-905A-1FBF094D5B41}" type="slidenum">
              <a:rPr lang="zh-CN" altLang="en-US" smtClean="0"/>
            </a:fld>
            <a:endParaRPr lang="en-US" altLang="zh-CN" sz="180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pPr>
              <a:defRPr/>
            </a:pPr>
            <a:fld id="{951536BF-8A02-4AEC-AD29-E1D69A5B2734}" type="datetime1">
              <a:rPr lang="zh-CN" altLang="en-US" smtClean="0"/>
            </a:fld>
            <a:endParaRPr lang="en-US" altLang="zh-CN" sz="1800"/>
          </a:p>
        </p:txBody>
      </p:sp>
      <p:sp>
        <p:nvSpPr>
          <p:cNvPr id="5" name="页脚占位符 4"/>
          <p:cNvSpPr>
            <a:spLocks noGrp="1"/>
          </p:cNvSpPr>
          <p:nvPr>
            <p:ph type="ftr" sz="quarter" idx="11"/>
          </p:nvPr>
        </p:nvSpPr>
        <p:spPr/>
        <p:txBody>
          <a:bodyPr/>
          <a:lstStyle/>
          <a:p>
            <a:pPr>
              <a:defRPr/>
            </a:pPr>
            <a:endParaRPr lang="zh-CN" altLang="zh-CN"/>
          </a:p>
        </p:txBody>
      </p:sp>
      <p:sp>
        <p:nvSpPr>
          <p:cNvPr id="6" name="灯片编号占位符 5"/>
          <p:cNvSpPr>
            <a:spLocks noGrp="1"/>
          </p:cNvSpPr>
          <p:nvPr>
            <p:ph type="sldNum" sz="quarter" idx="12"/>
          </p:nvPr>
        </p:nvSpPr>
        <p:spPr/>
        <p:txBody>
          <a:bodyPr/>
          <a:lstStyle/>
          <a:p>
            <a:pPr>
              <a:defRPr/>
            </a:pPr>
            <a:fld id="{C32AF5BB-4640-4834-A9F6-E1E43A76A632}" type="slidenum">
              <a:rPr lang="zh-CN" altLang="en-US" smtClean="0"/>
            </a:fld>
            <a:endParaRPr lang="en-US" altLang="zh-CN"/>
          </a:p>
        </p:txBody>
      </p:sp>
    </p:spTree>
  </p:cSld>
  <p:clrMapOvr>
    <a:masterClrMapping/>
  </p:clrMapOvr>
  <p:hf sldNum="0" hdr="0" ft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914400" y="2130426"/>
            <a:ext cx="10363200" cy="1470025"/>
          </a:xfrm>
        </p:spPr>
        <p:txBody>
          <a:bodyPr/>
          <a:lstStyle>
            <a:lvl1pPr>
              <a:defRPr kumimoji="1" lang="zh-CN" altLang="en-US" sz="3600" b="1" kern="1200" dirty="0">
                <a:solidFill>
                  <a:srgbClr val="002060"/>
                </a:solidFill>
                <a:latin typeface="微软雅黑" panose="020B0503020204020204" pitchFamily="34" charset="-122"/>
                <a:ea typeface="微软雅黑" panose="020B0503020204020204" pitchFamily="34" charset="-122"/>
                <a:cs typeface="Arial Unicode MS" pitchFamily="34" charset="-122"/>
                <a:sym typeface="Arial" panose="020B0604020202020204" pitchFamily="34" charset="0"/>
              </a:defRPr>
            </a:lvl1pPr>
          </a:lstStyle>
          <a:p>
            <a:r>
              <a:rPr lang="en-US" altLang="zh-CN" dirty="0"/>
              <a:t>&lt;</a:t>
            </a:r>
            <a:r>
              <a:rPr lang="zh-CN" altLang="en-US" dirty="0"/>
              <a:t>总标题</a:t>
            </a:r>
            <a:r>
              <a:rPr lang="en-US" altLang="zh-CN" dirty="0"/>
              <a:t>&gt;</a:t>
            </a:r>
            <a:endParaRPr lang="zh-CN" altLang="en-US" dirty="0"/>
          </a:p>
        </p:txBody>
      </p:sp>
      <p:sp>
        <p:nvSpPr>
          <p:cNvPr id="3" name="副标题 2"/>
          <p:cNvSpPr>
            <a:spLocks noGrp="1"/>
          </p:cNvSpPr>
          <p:nvPr>
            <p:ph type="subTitle" idx="1" hasCustomPrompt="1"/>
          </p:nvPr>
        </p:nvSpPr>
        <p:spPr>
          <a:xfrm>
            <a:off x="1828800" y="3886200"/>
            <a:ext cx="8534400" cy="702578"/>
          </a:xfrm>
        </p:spPr>
        <p:txBody>
          <a:bodyPr/>
          <a:lstStyle>
            <a:lvl1pPr marL="0" indent="0" algn="ctr">
              <a:buNone/>
              <a:defRPr kumimoji="1" lang="zh-CN" altLang="en-US" sz="2400" b="1" kern="1200" dirty="0">
                <a:solidFill>
                  <a:srgbClr val="002060"/>
                </a:solidFill>
                <a:latin typeface="微软雅黑" panose="020B0503020204020204" pitchFamily="34" charset="-122"/>
                <a:ea typeface="微软雅黑" panose="020B0503020204020204" pitchFamily="34" charset="-122"/>
                <a:cs typeface="Arial Unicode MS" pitchFamily="34" charset="-122"/>
                <a:sym typeface="Arial" panose="020B0604020202020204"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zh-CN" dirty="0"/>
              <a:t>&lt;</a:t>
            </a:r>
            <a:r>
              <a:rPr lang="zh-CN" altLang="en-US" dirty="0"/>
              <a:t>副标题</a:t>
            </a:r>
            <a:r>
              <a:rPr lang="en-US" altLang="zh-CN" dirty="0"/>
              <a:t>&gt;</a:t>
            </a:r>
            <a:endParaRPr lang="zh-CN" altLang="en-US" dirty="0"/>
          </a:p>
        </p:txBody>
      </p:sp>
      <p:sp>
        <p:nvSpPr>
          <p:cNvPr id="8" name="内容占位符 13"/>
          <p:cNvSpPr>
            <a:spLocks noGrp="1"/>
          </p:cNvSpPr>
          <p:nvPr>
            <p:ph sz="quarter" idx="13" hasCustomPrompt="1"/>
          </p:nvPr>
        </p:nvSpPr>
        <p:spPr>
          <a:xfrm>
            <a:off x="8358910" y="4643765"/>
            <a:ext cx="1552196" cy="353328"/>
          </a:xfrm>
          <a:prstGeom prst="rect">
            <a:avLst/>
          </a:prstGeom>
        </p:spPr>
        <p:txBody>
          <a:bodyPr/>
          <a:lstStyle>
            <a:lvl1pPr marL="0" indent="0" algn="ctr" defTabSz="914400" rtl="0" eaLnBrk="1" fontAlgn="base" latinLnBrk="0" hangingPunct="1">
              <a:spcBef>
                <a:spcPct val="0"/>
              </a:spcBef>
              <a:spcAft>
                <a:spcPts val="1200"/>
              </a:spcAft>
              <a:buNone/>
              <a:defRPr kumimoji="1" lang="zh-CN" altLang="en-US" sz="2000" b="1" kern="1200" dirty="0" smtClean="0">
                <a:solidFill>
                  <a:srgbClr val="666699"/>
                </a:solidFill>
                <a:latin typeface="Arial" panose="020B0604020202020204"/>
                <a:ea typeface="楷体" panose="02010609060101010101" pitchFamily="49" charset="-122"/>
                <a:cs typeface="+mn-cs"/>
                <a:sym typeface="Arial" panose="020B0604020202020204" pitchFamily="34" charset="0"/>
              </a:defRPr>
            </a:lvl1pPr>
            <a:lvl2pPr marL="609600" indent="0">
              <a:buNone/>
              <a:defRPr/>
            </a:lvl2pPr>
            <a:lvl3pPr marL="1219200" indent="0">
              <a:buNone/>
              <a:defRPr/>
            </a:lvl3pPr>
            <a:lvl4pPr marL="1828800" indent="0">
              <a:buNone/>
              <a:defRPr/>
            </a:lvl4pPr>
            <a:lvl5pPr marL="2438400" indent="0">
              <a:buNone/>
              <a:defRPr/>
            </a:lvl5pPr>
          </a:lstStyle>
          <a:p>
            <a:pPr lvl="0"/>
            <a:r>
              <a:rPr lang="en-US" altLang="zh-CN" dirty="0"/>
              <a:t>&lt;</a:t>
            </a:r>
            <a:r>
              <a:rPr lang="zh-CN" altLang="en-US" dirty="0"/>
              <a:t>时间</a:t>
            </a:r>
            <a:r>
              <a:rPr lang="en-US" altLang="zh-CN" dirty="0"/>
              <a:t>&gt;</a:t>
            </a:r>
            <a:endParaRPr lang="zh-CN" altLang="en-US" dirty="0"/>
          </a:p>
        </p:txBody>
      </p:sp>
      <p:sp>
        <p:nvSpPr>
          <p:cNvPr id="9" name="内容占位符 13"/>
          <p:cNvSpPr>
            <a:spLocks noGrp="1"/>
          </p:cNvSpPr>
          <p:nvPr>
            <p:ph sz="quarter" idx="14" hasCustomPrompt="1"/>
          </p:nvPr>
        </p:nvSpPr>
        <p:spPr>
          <a:xfrm>
            <a:off x="8358910" y="5091167"/>
            <a:ext cx="1552196" cy="353328"/>
          </a:xfrm>
          <a:prstGeom prst="rect">
            <a:avLst/>
          </a:prstGeom>
        </p:spPr>
        <p:txBody>
          <a:bodyPr/>
          <a:lstStyle>
            <a:lvl1pPr marL="0" indent="0" algn="ctr" defTabSz="914400" rtl="0" eaLnBrk="1" fontAlgn="base" latinLnBrk="0" hangingPunct="1">
              <a:spcBef>
                <a:spcPct val="0"/>
              </a:spcBef>
              <a:spcAft>
                <a:spcPts val="1200"/>
              </a:spcAft>
              <a:buNone/>
              <a:defRPr kumimoji="1" lang="zh-CN" altLang="en-US" sz="2000" b="1" kern="1200" dirty="0" smtClean="0">
                <a:solidFill>
                  <a:srgbClr val="666699"/>
                </a:solidFill>
                <a:latin typeface="Arial" panose="020B0604020202020204"/>
                <a:ea typeface="楷体" panose="02010609060101010101" pitchFamily="49" charset="-122"/>
                <a:cs typeface="+mn-cs"/>
                <a:sym typeface="Arial" panose="020B0604020202020204" pitchFamily="34" charset="0"/>
              </a:defRPr>
            </a:lvl1pPr>
            <a:lvl2pPr marL="609600" indent="0">
              <a:buNone/>
              <a:defRPr/>
            </a:lvl2pPr>
            <a:lvl3pPr marL="1219200" indent="0">
              <a:buNone/>
              <a:defRPr/>
            </a:lvl3pPr>
            <a:lvl4pPr marL="1828800" indent="0">
              <a:buNone/>
              <a:defRPr/>
            </a:lvl4pPr>
            <a:lvl5pPr marL="2438400" indent="0">
              <a:buNone/>
              <a:defRPr/>
            </a:lvl5pPr>
          </a:lstStyle>
          <a:p>
            <a:pPr lvl="0"/>
            <a:r>
              <a:rPr lang="en-US" altLang="zh-CN" dirty="0"/>
              <a:t>&lt;</a:t>
            </a:r>
            <a:r>
              <a:rPr lang="zh-CN" altLang="en-US" dirty="0"/>
              <a:t>导师</a:t>
            </a:r>
            <a:r>
              <a:rPr lang="en-US" altLang="zh-CN" dirty="0"/>
              <a:t>&gt;</a:t>
            </a:r>
            <a:endParaRPr lang="zh-CN" altLang="en-US" dirty="0"/>
          </a:p>
        </p:txBody>
      </p:sp>
      <p:sp>
        <p:nvSpPr>
          <p:cNvPr id="10" name="内容占位符 13"/>
          <p:cNvSpPr>
            <a:spLocks noGrp="1"/>
          </p:cNvSpPr>
          <p:nvPr>
            <p:ph sz="quarter" idx="15" hasCustomPrompt="1"/>
          </p:nvPr>
        </p:nvSpPr>
        <p:spPr>
          <a:xfrm>
            <a:off x="8358910" y="5538569"/>
            <a:ext cx="1552196" cy="353328"/>
          </a:xfrm>
          <a:prstGeom prst="rect">
            <a:avLst/>
          </a:prstGeom>
        </p:spPr>
        <p:txBody>
          <a:bodyPr/>
          <a:lstStyle>
            <a:lvl1pPr marL="0" indent="0" algn="ctr" defTabSz="914400" rtl="0" eaLnBrk="1" fontAlgn="base" latinLnBrk="0" hangingPunct="1">
              <a:spcBef>
                <a:spcPct val="0"/>
              </a:spcBef>
              <a:spcAft>
                <a:spcPts val="1200"/>
              </a:spcAft>
              <a:buNone/>
              <a:defRPr kumimoji="1" lang="zh-CN" altLang="en-US" sz="2000" b="1" kern="1200" dirty="0" smtClean="0">
                <a:solidFill>
                  <a:srgbClr val="666699"/>
                </a:solidFill>
                <a:latin typeface="Arial" panose="020B0604020202020204"/>
                <a:ea typeface="楷体" panose="02010609060101010101" pitchFamily="49" charset="-122"/>
                <a:cs typeface="+mn-cs"/>
                <a:sym typeface="Arial" panose="020B0604020202020204" pitchFamily="34" charset="0"/>
              </a:defRPr>
            </a:lvl1pPr>
            <a:lvl2pPr marL="609600" indent="0">
              <a:buNone/>
              <a:defRPr/>
            </a:lvl2pPr>
            <a:lvl3pPr marL="1219200" indent="0">
              <a:buNone/>
              <a:defRPr/>
            </a:lvl3pPr>
            <a:lvl4pPr marL="1828800" indent="0">
              <a:buNone/>
              <a:defRPr/>
            </a:lvl4pPr>
            <a:lvl5pPr marL="2438400" indent="0">
              <a:buNone/>
              <a:defRPr/>
            </a:lvl5pPr>
          </a:lstStyle>
          <a:p>
            <a:pPr lvl="0"/>
            <a:r>
              <a:rPr lang="en-US" altLang="zh-CN" dirty="0"/>
              <a:t>&lt;</a:t>
            </a:r>
            <a:r>
              <a:rPr lang="zh-CN" altLang="en-US" dirty="0"/>
              <a:t>汇报人</a:t>
            </a:r>
            <a:r>
              <a:rPr lang="en-US" altLang="zh-CN" dirty="0"/>
              <a:t>&gt;</a:t>
            </a:r>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目录">
    <p:spTree>
      <p:nvGrpSpPr>
        <p:cNvPr id="1" name=""/>
        <p:cNvGrpSpPr/>
        <p:nvPr/>
      </p:nvGrpSpPr>
      <p:grpSpPr>
        <a:xfrm>
          <a:off x="0" y="0"/>
          <a:ext cx="0" cy="0"/>
          <a:chOff x="0" y="0"/>
          <a:chExt cx="0" cy="0"/>
        </a:xfrm>
      </p:grpSpPr>
      <p:sp>
        <p:nvSpPr>
          <p:cNvPr id="6" name="文本框 5"/>
          <p:cNvSpPr txBox="1"/>
          <p:nvPr/>
        </p:nvSpPr>
        <p:spPr>
          <a:xfrm>
            <a:off x="3454399" y="67111"/>
            <a:ext cx="8128000" cy="523220"/>
          </a:xfrm>
          <a:prstGeom prst="rect">
            <a:avLst/>
          </a:prstGeom>
          <a:noFill/>
        </p:spPr>
        <p:txBody>
          <a:bodyPr wrap="square" rtlCol="0">
            <a:spAutoFit/>
          </a:bodyPr>
          <a:lstStyle/>
          <a:p>
            <a:pPr algn="r"/>
            <a:r>
              <a:rPr kumimoji="0" lang="zh-CN" altLang="en-US" sz="2800" b="1" i="0" u="none" strike="noStrike" kern="1200" cap="none" spc="0" normalizeH="0" baseline="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目录</a:t>
            </a:r>
            <a:endParaRPr kumimoji="0" lang="zh-CN" altLang="en-US" sz="2800" b="1" i="0" u="none" strike="noStrike" kern="1200" cap="none" spc="0" normalizeH="0" baseline="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有二级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3454401" y="33137"/>
            <a:ext cx="8128000" cy="587595"/>
          </a:xfrm>
        </p:spPr>
        <p:txBody>
          <a:bodyPr/>
          <a:lstStyle>
            <a:lvl1pPr algn="r">
              <a:defRPr kumimoji="0" lang="zh-CN" altLang="en-US" sz="2800" b="1" i="0" u="none" strike="noStrike" kern="1200" cap="none" spc="0" normalizeH="0" baseline="0" dirty="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r>
              <a:rPr lang="en-US" altLang="zh-CN" dirty="0"/>
              <a:t>&lt;</a:t>
            </a:r>
            <a:r>
              <a:rPr lang="zh-CN" altLang="en-US" dirty="0"/>
              <a:t>一级标题</a:t>
            </a:r>
            <a:r>
              <a:rPr lang="en-US" altLang="zh-CN" dirty="0"/>
              <a:t>&gt;</a:t>
            </a:r>
            <a:endParaRPr lang="zh-CN" altLang="en-US" dirty="0"/>
          </a:p>
        </p:txBody>
      </p:sp>
      <p:sp>
        <p:nvSpPr>
          <p:cNvPr id="9" name="内容占位符 2"/>
          <p:cNvSpPr>
            <a:spLocks noGrp="1"/>
          </p:cNvSpPr>
          <p:nvPr>
            <p:ph idx="12" hasCustomPrompt="1"/>
          </p:nvPr>
        </p:nvSpPr>
        <p:spPr>
          <a:xfrm>
            <a:off x="609600" y="1609133"/>
            <a:ext cx="10972800" cy="4525963"/>
          </a:xfrm>
        </p:spPr>
        <p:txBody>
          <a:bodyPr/>
          <a:lstStyle>
            <a:lvl1pPr marL="0" indent="0">
              <a:buFontTx/>
              <a:buNone/>
              <a:defRPr lang="zh-CN" altLang="en-US" sz="2000" kern="1200" dirty="0">
                <a:solidFill>
                  <a:schemeClr val="tx1"/>
                </a:solidFill>
                <a:latin typeface="微软雅黑" panose="020B0503020204020204" pitchFamily="34" charset="-122"/>
                <a:ea typeface="微软雅黑" panose="020B0503020204020204" pitchFamily="34" charset="-122"/>
                <a:cs typeface="+mn-cs"/>
              </a:defRPr>
            </a:lvl1pPr>
            <a:lvl2pPr marL="457200" indent="0">
              <a:buFontTx/>
              <a:buNone/>
              <a:defRPr lang="zh-CN" altLang="en-US" sz="1600" kern="1200" dirty="0">
                <a:solidFill>
                  <a:schemeClr val="tx1"/>
                </a:solidFill>
                <a:latin typeface="微软雅黑" panose="020B0503020204020204" pitchFamily="34" charset="-122"/>
                <a:ea typeface="微软雅黑" panose="020B0503020204020204" pitchFamily="34" charset="-122"/>
                <a:cs typeface="+mn-cs"/>
              </a:defRPr>
            </a:lvl2pPr>
            <a:lvl3pPr marL="914400" indent="0">
              <a:buFontTx/>
              <a:buNone/>
              <a:defRPr baseline="0">
                <a:solidFill>
                  <a:schemeClr val="accent5">
                    <a:lumMod val="25000"/>
                  </a:schemeClr>
                </a:solidFill>
                <a:latin typeface="微软雅黑" panose="020B0503020204020204" pitchFamily="34" charset="-122"/>
              </a:defRPr>
            </a:lvl3pPr>
            <a:lvl4pPr marL="1371600" indent="0">
              <a:buFontTx/>
              <a:buNone/>
              <a:defRPr baseline="0">
                <a:solidFill>
                  <a:schemeClr val="accent5">
                    <a:lumMod val="25000"/>
                  </a:schemeClr>
                </a:solidFill>
                <a:latin typeface="微软雅黑" panose="020B0503020204020204" pitchFamily="34" charset="-122"/>
              </a:defRPr>
            </a:lvl4pPr>
            <a:lvl5pPr marL="1828800" indent="0">
              <a:buFontTx/>
              <a:buNone/>
              <a:defRPr baseline="0">
                <a:solidFill>
                  <a:schemeClr val="accent5">
                    <a:lumMod val="25000"/>
                  </a:schemeClr>
                </a:solidFill>
                <a:latin typeface="微软雅黑" panose="020B0503020204020204" pitchFamily="34" charset="-122"/>
              </a:defRPr>
            </a:lvl5pPr>
          </a:lstStyle>
          <a:p>
            <a:pPr lvl="0"/>
            <a:r>
              <a:rPr lang="en-US" altLang="zh-CN" dirty="0"/>
              <a:t>&lt;</a:t>
            </a:r>
            <a:r>
              <a:rPr lang="zh-CN" altLang="en-US" dirty="0"/>
              <a:t>一级文本</a:t>
            </a:r>
            <a:r>
              <a:rPr lang="en-US" altLang="zh-CN" dirty="0"/>
              <a:t>&gt;</a:t>
            </a:r>
            <a:endParaRPr lang="zh-CN" altLang="en-US" dirty="0"/>
          </a:p>
          <a:p>
            <a:pPr lvl="1"/>
            <a:r>
              <a:rPr lang="en-US" altLang="zh-CN" dirty="0"/>
              <a:t>&lt;</a:t>
            </a:r>
            <a:r>
              <a:rPr lang="zh-CN" altLang="en-US" dirty="0"/>
              <a:t>二级文本</a:t>
            </a:r>
            <a:r>
              <a:rPr lang="en-US" altLang="zh-CN" dirty="0"/>
              <a:t>&gt;</a:t>
            </a:r>
            <a:endParaRPr lang="zh-CN" altLang="en-US" dirty="0"/>
          </a:p>
        </p:txBody>
      </p:sp>
      <p:sp>
        <p:nvSpPr>
          <p:cNvPr id="11" name="TextBox 35"/>
          <p:cNvSpPr txBox="1">
            <a:spLocks noChangeArrowheads="1"/>
          </p:cNvSpPr>
          <p:nvPr/>
        </p:nvSpPr>
        <p:spPr bwMode="auto">
          <a:xfrm>
            <a:off x="666296" y="978175"/>
            <a:ext cx="1458837" cy="454745"/>
          </a:xfrm>
          <a:prstGeom prst="rect">
            <a:avLst/>
          </a:prstGeom>
          <a:solidFill>
            <a:srgbClr val="C0504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14" name="文本占位符 13"/>
          <p:cNvSpPr>
            <a:spLocks noGrp="1"/>
          </p:cNvSpPr>
          <p:nvPr>
            <p:ph type="body" sz="quarter" idx="13" hasCustomPrompt="1"/>
          </p:nvPr>
        </p:nvSpPr>
        <p:spPr>
          <a:xfrm>
            <a:off x="666296" y="978175"/>
            <a:ext cx="3498136" cy="454745"/>
          </a:xfrm>
        </p:spPr>
        <p:txBody>
          <a:bodyPr/>
          <a:lstStyle>
            <a:lvl1pPr marL="0" indent="0">
              <a:buFontTx/>
              <a:buNone/>
              <a:defRPr lang="zh-CN" altLang="en-US" sz="2000" b="1" kern="1200" dirty="0" smtClean="0">
                <a:solidFill>
                  <a:srgbClr val="FFFFFF"/>
                </a:solidFill>
                <a:latin typeface="微软雅黑" panose="020B0503020204020204" pitchFamily="34" charset="-122"/>
                <a:ea typeface="微软雅黑" panose="020B0503020204020204" pitchFamily="34" charset="-122"/>
                <a:cs typeface="+mn-cs"/>
                <a:sym typeface="Arial" panose="020B06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&lt;</a:t>
            </a:r>
            <a:r>
              <a:rPr lang="zh-CN" altLang="en-US" dirty="0"/>
              <a:t>二级标题</a:t>
            </a:r>
            <a:r>
              <a:rPr lang="en-US" altLang="zh-CN" dirty="0"/>
              <a:t>&gt;</a:t>
            </a:r>
            <a:endParaRPr lang="zh-CN" altLang="en-US" dirty="0"/>
          </a:p>
        </p:txBody>
      </p:sp>
      <p:sp>
        <p:nvSpPr>
          <p:cNvPr id="15" name="日期占位符 14"/>
          <p:cNvSpPr>
            <a:spLocks noGrp="1"/>
          </p:cNvSpPr>
          <p:nvPr>
            <p:ph type="dt" sz="half" idx="14"/>
          </p:nvPr>
        </p:nvSpPr>
        <p:spPr/>
        <p:txBody>
          <a:bodyPr/>
          <a:lstStyle/>
          <a:p>
            <a:fld id="{20046AB2-54B8-4324-8D44-EC9FD66C023E}" type="datetimeFigureOut">
              <a:rPr lang="zh-CN" altLang="en-US" smtClean="0"/>
            </a:fld>
            <a:endParaRPr lang="zh-CN" altLang="en-US"/>
          </a:p>
        </p:txBody>
      </p:sp>
      <p:sp>
        <p:nvSpPr>
          <p:cNvPr id="16" name="页脚占位符 15"/>
          <p:cNvSpPr>
            <a:spLocks noGrp="1"/>
          </p:cNvSpPr>
          <p:nvPr>
            <p:ph type="ftr" sz="quarter" idx="15"/>
          </p:nvPr>
        </p:nvSpPr>
        <p:spPr/>
        <p:txBody>
          <a:bodyPr/>
          <a:lstStyle/>
          <a:p>
            <a:endParaRPr lang="zh-CN" altLang="en-US"/>
          </a:p>
        </p:txBody>
      </p:sp>
      <p:sp>
        <p:nvSpPr>
          <p:cNvPr id="17" name="灯片编号占位符 16"/>
          <p:cNvSpPr>
            <a:spLocks noGrp="1"/>
          </p:cNvSpPr>
          <p:nvPr>
            <p:ph type="sldNum" sz="quarter" idx="16"/>
          </p:nvPr>
        </p:nvSpPr>
        <p:spPr/>
        <p:txBody>
          <a:bodyPr/>
          <a:lstStyle/>
          <a:p>
            <a:fld id="{F044F660-533D-4F39-958A-95403B7B0398}"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二级标题 + 图">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3454401" y="33137"/>
            <a:ext cx="8128000" cy="587595"/>
          </a:xfrm>
        </p:spPr>
        <p:txBody>
          <a:bodyPr/>
          <a:lstStyle>
            <a:lvl1pPr algn="r">
              <a:defRPr kumimoji="0" lang="zh-CN" altLang="en-US" sz="2800" b="1" i="0" u="none" strike="noStrike" kern="1200" cap="none" spc="0" normalizeH="0" baseline="0" dirty="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r>
              <a:rPr lang="en-US" altLang="zh-CN" dirty="0"/>
              <a:t>&lt;</a:t>
            </a:r>
            <a:r>
              <a:rPr lang="zh-CN" altLang="en-US" dirty="0"/>
              <a:t>一级标题</a:t>
            </a:r>
            <a:r>
              <a:rPr lang="en-US" altLang="zh-CN" dirty="0"/>
              <a:t>&gt;</a:t>
            </a:r>
            <a:endParaRPr lang="zh-CN" altLang="en-US" dirty="0"/>
          </a:p>
        </p:txBody>
      </p:sp>
      <p:sp>
        <p:nvSpPr>
          <p:cNvPr id="9" name="内容占位符 2"/>
          <p:cNvSpPr>
            <a:spLocks noGrp="1"/>
          </p:cNvSpPr>
          <p:nvPr>
            <p:ph idx="12" hasCustomPrompt="1"/>
          </p:nvPr>
        </p:nvSpPr>
        <p:spPr>
          <a:xfrm>
            <a:off x="609600" y="1609133"/>
            <a:ext cx="5254305" cy="4525963"/>
          </a:xfrm>
        </p:spPr>
        <p:txBody>
          <a:bodyPr/>
          <a:lstStyle>
            <a:lvl1pPr marL="0" indent="0">
              <a:buFontTx/>
              <a:buNone/>
              <a:defRPr lang="zh-CN" altLang="en-US" sz="2000" kern="1200" dirty="0">
                <a:solidFill>
                  <a:schemeClr val="tx1"/>
                </a:solidFill>
                <a:latin typeface="微软雅黑" panose="020B0503020204020204" pitchFamily="34" charset="-122"/>
                <a:ea typeface="微软雅黑" panose="020B0503020204020204" pitchFamily="34" charset="-122"/>
                <a:cs typeface="+mn-cs"/>
              </a:defRPr>
            </a:lvl1pPr>
            <a:lvl2pPr marL="457200" indent="0">
              <a:buFontTx/>
              <a:buNone/>
              <a:defRPr lang="zh-CN" altLang="en-US" sz="1600" kern="1200" dirty="0">
                <a:solidFill>
                  <a:schemeClr val="tx1"/>
                </a:solidFill>
                <a:latin typeface="微软雅黑" panose="020B0503020204020204" pitchFamily="34" charset="-122"/>
                <a:ea typeface="微软雅黑" panose="020B0503020204020204" pitchFamily="34" charset="-122"/>
                <a:cs typeface="+mn-cs"/>
              </a:defRPr>
            </a:lvl2pPr>
            <a:lvl3pPr marL="914400" indent="0">
              <a:buFontTx/>
              <a:buNone/>
              <a:defRPr baseline="0">
                <a:solidFill>
                  <a:schemeClr val="accent5">
                    <a:lumMod val="25000"/>
                  </a:schemeClr>
                </a:solidFill>
                <a:latin typeface="微软雅黑" panose="020B0503020204020204" pitchFamily="34" charset="-122"/>
              </a:defRPr>
            </a:lvl3pPr>
            <a:lvl4pPr marL="1371600" indent="0">
              <a:buFontTx/>
              <a:buNone/>
              <a:defRPr baseline="0">
                <a:solidFill>
                  <a:schemeClr val="accent5">
                    <a:lumMod val="25000"/>
                  </a:schemeClr>
                </a:solidFill>
                <a:latin typeface="微软雅黑" panose="020B0503020204020204" pitchFamily="34" charset="-122"/>
              </a:defRPr>
            </a:lvl4pPr>
            <a:lvl5pPr marL="1828800" indent="0">
              <a:buFontTx/>
              <a:buNone/>
              <a:defRPr baseline="0">
                <a:solidFill>
                  <a:schemeClr val="accent5">
                    <a:lumMod val="25000"/>
                  </a:schemeClr>
                </a:solidFill>
                <a:latin typeface="微软雅黑" panose="020B0503020204020204" pitchFamily="34" charset="-122"/>
              </a:defRPr>
            </a:lvl5pPr>
          </a:lstStyle>
          <a:p>
            <a:pPr lvl="0"/>
            <a:r>
              <a:rPr lang="en-US" altLang="zh-CN" dirty="0"/>
              <a:t>&lt;</a:t>
            </a:r>
            <a:r>
              <a:rPr lang="zh-CN" altLang="en-US" dirty="0"/>
              <a:t>一级文本</a:t>
            </a:r>
            <a:r>
              <a:rPr lang="en-US" altLang="zh-CN" dirty="0"/>
              <a:t>&gt;</a:t>
            </a:r>
            <a:endParaRPr lang="zh-CN" altLang="en-US" dirty="0"/>
          </a:p>
          <a:p>
            <a:pPr lvl="1"/>
            <a:r>
              <a:rPr lang="en-US" altLang="zh-CN" dirty="0"/>
              <a:t>&lt;</a:t>
            </a:r>
            <a:r>
              <a:rPr lang="zh-CN" altLang="en-US" dirty="0"/>
              <a:t>二级文本</a:t>
            </a:r>
            <a:r>
              <a:rPr lang="en-US" altLang="zh-CN" dirty="0"/>
              <a:t>&gt;</a:t>
            </a:r>
            <a:endParaRPr lang="zh-CN" altLang="en-US" dirty="0"/>
          </a:p>
        </p:txBody>
      </p:sp>
      <p:sp>
        <p:nvSpPr>
          <p:cNvPr id="11" name="TextBox 35"/>
          <p:cNvSpPr txBox="1">
            <a:spLocks noChangeArrowheads="1"/>
          </p:cNvSpPr>
          <p:nvPr/>
        </p:nvSpPr>
        <p:spPr bwMode="auto">
          <a:xfrm>
            <a:off x="666296" y="978175"/>
            <a:ext cx="1458837" cy="454745"/>
          </a:xfrm>
          <a:prstGeom prst="rect">
            <a:avLst/>
          </a:prstGeom>
          <a:solidFill>
            <a:srgbClr val="C0504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14" name="文本占位符 13"/>
          <p:cNvSpPr>
            <a:spLocks noGrp="1"/>
          </p:cNvSpPr>
          <p:nvPr>
            <p:ph type="body" sz="quarter" idx="13" hasCustomPrompt="1"/>
          </p:nvPr>
        </p:nvSpPr>
        <p:spPr>
          <a:xfrm>
            <a:off x="666296" y="978175"/>
            <a:ext cx="3498136" cy="454745"/>
          </a:xfrm>
        </p:spPr>
        <p:txBody>
          <a:bodyPr/>
          <a:lstStyle>
            <a:lvl1pPr marL="0" indent="0">
              <a:buFontTx/>
              <a:buNone/>
              <a:defRPr lang="zh-CN" altLang="en-US" sz="2000" b="1" kern="1200" dirty="0" smtClean="0">
                <a:solidFill>
                  <a:srgbClr val="FFFFFF"/>
                </a:solidFill>
                <a:latin typeface="微软雅黑" panose="020B0503020204020204" pitchFamily="34" charset="-122"/>
                <a:ea typeface="微软雅黑" panose="020B0503020204020204" pitchFamily="34" charset="-122"/>
                <a:cs typeface="+mn-cs"/>
                <a:sym typeface="Arial" panose="020B06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&lt;</a:t>
            </a:r>
            <a:r>
              <a:rPr lang="zh-CN" altLang="en-US" dirty="0"/>
              <a:t>二级标题</a:t>
            </a:r>
            <a:r>
              <a:rPr lang="en-US" altLang="zh-CN" dirty="0"/>
              <a:t>&gt;</a:t>
            </a:r>
            <a:endParaRPr lang="zh-CN" altLang="en-US" dirty="0"/>
          </a:p>
        </p:txBody>
      </p:sp>
      <p:sp>
        <p:nvSpPr>
          <p:cNvPr id="3" name="日期占位符 2"/>
          <p:cNvSpPr>
            <a:spLocks noGrp="1"/>
          </p:cNvSpPr>
          <p:nvPr>
            <p:ph type="dt" sz="half" idx="16"/>
          </p:nvPr>
        </p:nvSpPr>
        <p:spPr/>
        <p:txBody>
          <a:bodyPr/>
          <a:lstStyle/>
          <a:p>
            <a:fld id="{20046AB2-54B8-4324-8D44-EC9FD66C023E}" type="datetimeFigureOut">
              <a:rPr lang="zh-CN" altLang="en-US" smtClean="0"/>
            </a:fld>
            <a:endParaRPr lang="zh-CN" altLang="en-US"/>
          </a:p>
        </p:txBody>
      </p:sp>
      <p:sp>
        <p:nvSpPr>
          <p:cNvPr id="4" name="页脚占位符 3"/>
          <p:cNvSpPr>
            <a:spLocks noGrp="1"/>
          </p:cNvSpPr>
          <p:nvPr>
            <p:ph type="ftr" sz="quarter" idx="17"/>
          </p:nvPr>
        </p:nvSpPr>
        <p:spPr/>
        <p:txBody>
          <a:bodyPr/>
          <a:lstStyle/>
          <a:p>
            <a:endParaRPr lang="zh-CN" altLang="en-US"/>
          </a:p>
        </p:txBody>
      </p:sp>
      <p:sp>
        <p:nvSpPr>
          <p:cNvPr id="5" name="灯片编号占位符 4"/>
          <p:cNvSpPr>
            <a:spLocks noGrp="1"/>
          </p:cNvSpPr>
          <p:nvPr>
            <p:ph type="sldNum" sz="quarter" idx="18"/>
          </p:nvPr>
        </p:nvSpPr>
        <p:spPr/>
        <p:txBody>
          <a:bodyPr/>
          <a:lstStyle/>
          <a:p>
            <a:fld id="{F044F660-533D-4F39-958A-95403B7B0398}" type="slidenum">
              <a:rPr lang="zh-CN" altLang="en-US" smtClean="0"/>
            </a:fld>
            <a:endParaRPr lang="zh-CN" altLang="en-US"/>
          </a:p>
        </p:txBody>
      </p:sp>
      <p:sp>
        <p:nvSpPr>
          <p:cNvPr id="12" name="图片占位符 11"/>
          <p:cNvSpPr>
            <a:spLocks noGrp="1"/>
          </p:cNvSpPr>
          <p:nvPr>
            <p:ph type="pic" sz="quarter" idx="19" hasCustomPrompt="1"/>
          </p:nvPr>
        </p:nvSpPr>
        <p:spPr>
          <a:xfrm>
            <a:off x="6328096" y="1609133"/>
            <a:ext cx="5254304" cy="4525963"/>
          </a:xfrm>
        </p:spPr>
        <p:txBody>
          <a:bodyPr anchor="ctr"/>
          <a:lstStyle>
            <a:lvl1pPr marL="0" indent="0" algn="ctr">
              <a:buFontTx/>
              <a:buNone/>
              <a:defRPr sz="1600">
                <a:latin typeface="微软雅黑" panose="020B0503020204020204" pitchFamily="34" charset="-122"/>
                <a:ea typeface="微软雅黑" panose="020B0503020204020204" pitchFamily="34" charset="-122"/>
              </a:defRPr>
            </a:lvl1pPr>
            <a:lvl2pPr>
              <a:defRPr lang="zh-CN" altLang="en-US" sz="1600" kern="1200" dirty="0">
                <a:solidFill>
                  <a:schemeClr val="tx1"/>
                </a:solidFill>
                <a:latin typeface="微软雅黑" panose="020B0503020204020204" pitchFamily="34" charset="-122"/>
                <a:ea typeface="微软雅黑" panose="020B0503020204020204" pitchFamily="34" charset="-122"/>
                <a:cs typeface="+mn-cs"/>
                <a:sym typeface="Arial" panose="020B0604020202020204" pitchFamily="34" charset="0"/>
              </a:defRPr>
            </a:lvl2pPr>
          </a:lstStyle>
          <a:p>
            <a:pPr marL="0" lvl="0" indent="-285750" algn="l" defTabSz="0" rtl="0" eaLnBrk="0" fontAlgn="base" hangingPunct="0">
              <a:spcBef>
                <a:spcPct val="20000"/>
              </a:spcBef>
              <a:spcAft>
                <a:spcPct val="0"/>
              </a:spcAft>
              <a:buFontTx/>
              <a:buNone/>
            </a:pPr>
            <a:r>
              <a:rPr lang="en-US" altLang="zh-CN" dirty="0"/>
              <a:t>&lt;</a:t>
            </a:r>
            <a:r>
              <a:rPr lang="zh-CN" altLang="en-US" dirty="0"/>
              <a:t>图片</a:t>
            </a:r>
            <a:r>
              <a:rPr lang="en-US" altLang="zh-CN" dirty="0"/>
              <a:t>&gt;</a:t>
            </a:r>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多个二级标题(横)">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3454401" y="33137"/>
            <a:ext cx="8128000" cy="587595"/>
          </a:xfrm>
        </p:spPr>
        <p:txBody>
          <a:bodyPr/>
          <a:lstStyle>
            <a:lvl1pPr algn="r">
              <a:defRPr kumimoji="0" lang="zh-CN" altLang="en-US" sz="2800" b="1" i="0" u="none" strike="noStrike" kern="1200" cap="none" spc="0" normalizeH="0" baseline="0" dirty="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r>
              <a:rPr lang="en-US" altLang="zh-CN" dirty="0"/>
              <a:t>&lt;</a:t>
            </a:r>
            <a:r>
              <a:rPr lang="zh-CN" altLang="en-US" dirty="0"/>
              <a:t>一级标题</a:t>
            </a:r>
            <a:r>
              <a:rPr lang="en-US" altLang="zh-CN" dirty="0"/>
              <a:t>&gt;</a:t>
            </a:r>
            <a:endParaRPr lang="zh-CN" altLang="en-US" dirty="0"/>
          </a:p>
        </p:txBody>
      </p:sp>
      <p:sp>
        <p:nvSpPr>
          <p:cNvPr id="9" name="内容占位符 2"/>
          <p:cNvSpPr>
            <a:spLocks noGrp="1"/>
          </p:cNvSpPr>
          <p:nvPr>
            <p:ph idx="12" hasCustomPrompt="1"/>
          </p:nvPr>
        </p:nvSpPr>
        <p:spPr>
          <a:xfrm>
            <a:off x="609600" y="1609133"/>
            <a:ext cx="5254305" cy="4525963"/>
          </a:xfrm>
        </p:spPr>
        <p:txBody>
          <a:bodyPr/>
          <a:lstStyle>
            <a:lvl1pPr marL="0" indent="0">
              <a:buFontTx/>
              <a:buNone/>
              <a:defRPr lang="zh-CN" altLang="en-US" sz="2000" kern="1200" dirty="0">
                <a:solidFill>
                  <a:schemeClr val="tx1"/>
                </a:solidFill>
                <a:latin typeface="微软雅黑" panose="020B0503020204020204" pitchFamily="34" charset="-122"/>
                <a:ea typeface="微软雅黑" panose="020B0503020204020204" pitchFamily="34" charset="-122"/>
                <a:cs typeface="+mn-cs"/>
              </a:defRPr>
            </a:lvl1pPr>
            <a:lvl2pPr marL="457200" indent="0">
              <a:buFontTx/>
              <a:buNone/>
              <a:defRPr lang="zh-CN" altLang="en-US" sz="1600" kern="1200" dirty="0">
                <a:solidFill>
                  <a:schemeClr val="tx1"/>
                </a:solidFill>
                <a:latin typeface="微软雅黑" panose="020B0503020204020204" pitchFamily="34" charset="-122"/>
                <a:ea typeface="微软雅黑" panose="020B0503020204020204" pitchFamily="34" charset="-122"/>
                <a:cs typeface="+mn-cs"/>
              </a:defRPr>
            </a:lvl2pPr>
            <a:lvl3pPr marL="914400" indent="0">
              <a:buFontTx/>
              <a:buNone/>
              <a:defRPr baseline="0">
                <a:solidFill>
                  <a:schemeClr val="accent5">
                    <a:lumMod val="25000"/>
                  </a:schemeClr>
                </a:solidFill>
                <a:latin typeface="微软雅黑" panose="020B0503020204020204" pitchFamily="34" charset="-122"/>
              </a:defRPr>
            </a:lvl3pPr>
            <a:lvl4pPr marL="1371600" indent="0">
              <a:buFontTx/>
              <a:buNone/>
              <a:defRPr baseline="0">
                <a:solidFill>
                  <a:schemeClr val="accent5">
                    <a:lumMod val="25000"/>
                  </a:schemeClr>
                </a:solidFill>
                <a:latin typeface="微软雅黑" panose="020B0503020204020204" pitchFamily="34" charset="-122"/>
              </a:defRPr>
            </a:lvl4pPr>
            <a:lvl5pPr marL="1828800" indent="0">
              <a:buFontTx/>
              <a:buNone/>
              <a:defRPr baseline="0">
                <a:solidFill>
                  <a:schemeClr val="accent5">
                    <a:lumMod val="25000"/>
                  </a:schemeClr>
                </a:solidFill>
                <a:latin typeface="微软雅黑" panose="020B0503020204020204" pitchFamily="34" charset="-122"/>
              </a:defRPr>
            </a:lvl5pPr>
          </a:lstStyle>
          <a:p>
            <a:pPr lvl="0"/>
            <a:r>
              <a:rPr lang="en-US" altLang="zh-CN" dirty="0"/>
              <a:t>&lt;</a:t>
            </a:r>
            <a:r>
              <a:rPr lang="zh-CN" altLang="en-US" dirty="0"/>
              <a:t>一级文本</a:t>
            </a:r>
            <a:r>
              <a:rPr lang="en-US" altLang="zh-CN" dirty="0"/>
              <a:t>&gt;</a:t>
            </a:r>
            <a:endParaRPr lang="zh-CN" altLang="en-US" dirty="0"/>
          </a:p>
          <a:p>
            <a:pPr lvl="1"/>
            <a:r>
              <a:rPr lang="en-US" altLang="zh-CN" dirty="0"/>
              <a:t>&lt;</a:t>
            </a:r>
            <a:r>
              <a:rPr lang="zh-CN" altLang="en-US" dirty="0"/>
              <a:t>二级文本</a:t>
            </a:r>
            <a:r>
              <a:rPr lang="en-US" altLang="zh-CN" dirty="0"/>
              <a:t>&gt;</a:t>
            </a:r>
            <a:endParaRPr lang="zh-CN" altLang="en-US" dirty="0"/>
          </a:p>
        </p:txBody>
      </p:sp>
      <p:sp>
        <p:nvSpPr>
          <p:cNvPr id="11" name="TextBox 35"/>
          <p:cNvSpPr txBox="1">
            <a:spLocks noChangeArrowheads="1"/>
          </p:cNvSpPr>
          <p:nvPr/>
        </p:nvSpPr>
        <p:spPr bwMode="auto">
          <a:xfrm>
            <a:off x="666296" y="978175"/>
            <a:ext cx="1458837" cy="454745"/>
          </a:xfrm>
          <a:prstGeom prst="rect">
            <a:avLst/>
          </a:prstGeom>
          <a:solidFill>
            <a:srgbClr val="C0504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14" name="文本占位符 13"/>
          <p:cNvSpPr>
            <a:spLocks noGrp="1"/>
          </p:cNvSpPr>
          <p:nvPr>
            <p:ph type="body" sz="quarter" idx="13" hasCustomPrompt="1"/>
          </p:nvPr>
        </p:nvSpPr>
        <p:spPr>
          <a:xfrm>
            <a:off x="666296" y="978175"/>
            <a:ext cx="3498136" cy="454745"/>
          </a:xfrm>
        </p:spPr>
        <p:txBody>
          <a:bodyPr/>
          <a:lstStyle>
            <a:lvl1pPr marL="0" indent="0">
              <a:buFontTx/>
              <a:buNone/>
              <a:defRPr lang="zh-CN" altLang="en-US" sz="2000" b="1" kern="1200" dirty="0" smtClean="0">
                <a:solidFill>
                  <a:srgbClr val="FFFFFF"/>
                </a:solidFill>
                <a:latin typeface="微软雅黑" panose="020B0503020204020204" pitchFamily="34" charset="-122"/>
                <a:ea typeface="微软雅黑" panose="020B0503020204020204" pitchFamily="34" charset="-122"/>
                <a:cs typeface="+mn-cs"/>
                <a:sym typeface="Arial" panose="020B06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&lt;</a:t>
            </a:r>
            <a:r>
              <a:rPr lang="zh-CN" altLang="en-US" dirty="0"/>
              <a:t>二级标题</a:t>
            </a:r>
            <a:r>
              <a:rPr lang="en-US" altLang="zh-CN" dirty="0"/>
              <a:t>&gt;</a:t>
            </a:r>
            <a:endParaRPr lang="zh-CN" altLang="en-US" dirty="0"/>
          </a:p>
        </p:txBody>
      </p:sp>
      <p:sp>
        <p:nvSpPr>
          <p:cNvPr id="6" name="内容占位符 2"/>
          <p:cNvSpPr>
            <a:spLocks noGrp="1"/>
          </p:cNvSpPr>
          <p:nvPr>
            <p:ph idx="14" hasCustomPrompt="1"/>
          </p:nvPr>
        </p:nvSpPr>
        <p:spPr>
          <a:xfrm>
            <a:off x="6328095" y="1609133"/>
            <a:ext cx="5254305" cy="4525963"/>
          </a:xfrm>
        </p:spPr>
        <p:txBody>
          <a:bodyPr/>
          <a:lstStyle>
            <a:lvl1pPr marL="0" indent="0">
              <a:buFontTx/>
              <a:buNone/>
              <a:defRPr lang="zh-CN" altLang="en-US" sz="2000" kern="1200" dirty="0">
                <a:solidFill>
                  <a:schemeClr val="tx1"/>
                </a:solidFill>
                <a:latin typeface="微软雅黑" panose="020B0503020204020204" pitchFamily="34" charset="-122"/>
                <a:ea typeface="微软雅黑" panose="020B0503020204020204" pitchFamily="34" charset="-122"/>
                <a:cs typeface="+mn-cs"/>
              </a:defRPr>
            </a:lvl1pPr>
            <a:lvl2pPr marL="457200" indent="0">
              <a:buFontTx/>
              <a:buNone/>
              <a:defRPr lang="zh-CN" altLang="en-US" sz="1600" kern="1200" dirty="0">
                <a:solidFill>
                  <a:schemeClr val="tx1"/>
                </a:solidFill>
                <a:latin typeface="微软雅黑" panose="020B0503020204020204" pitchFamily="34" charset="-122"/>
                <a:ea typeface="微软雅黑" panose="020B0503020204020204" pitchFamily="34" charset="-122"/>
                <a:cs typeface="+mn-cs"/>
              </a:defRPr>
            </a:lvl2pPr>
            <a:lvl3pPr marL="914400" indent="0">
              <a:buFontTx/>
              <a:buNone/>
              <a:defRPr baseline="0">
                <a:solidFill>
                  <a:schemeClr val="accent5">
                    <a:lumMod val="25000"/>
                  </a:schemeClr>
                </a:solidFill>
                <a:latin typeface="微软雅黑" panose="020B0503020204020204" pitchFamily="34" charset="-122"/>
              </a:defRPr>
            </a:lvl3pPr>
            <a:lvl4pPr marL="1371600" indent="0">
              <a:buFontTx/>
              <a:buNone/>
              <a:defRPr baseline="0">
                <a:solidFill>
                  <a:schemeClr val="accent5">
                    <a:lumMod val="25000"/>
                  </a:schemeClr>
                </a:solidFill>
                <a:latin typeface="微软雅黑" panose="020B0503020204020204" pitchFamily="34" charset="-122"/>
              </a:defRPr>
            </a:lvl4pPr>
            <a:lvl5pPr marL="1828800" indent="0">
              <a:buFontTx/>
              <a:buNone/>
              <a:defRPr baseline="0">
                <a:solidFill>
                  <a:schemeClr val="accent5">
                    <a:lumMod val="25000"/>
                  </a:schemeClr>
                </a:solidFill>
                <a:latin typeface="微软雅黑" panose="020B0503020204020204" pitchFamily="34" charset="-122"/>
              </a:defRPr>
            </a:lvl5pPr>
          </a:lstStyle>
          <a:p>
            <a:pPr lvl="0"/>
            <a:r>
              <a:rPr lang="en-US" altLang="zh-CN" dirty="0"/>
              <a:t>&lt;</a:t>
            </a:r>
            <a:r>
              <a:rPr lang="zh-CN" altLang="en-US" dirty="0"/>
              <a:t>一级文本</a:t>
            </a:r>
            <a:r>
              <a:rPr lang="en-US" altLang="zh-CN" dirty="0"/>
              <a:t>&gt;</a:t>
            </a:r>
            <a:endParaRPr lang="zh-CN" altLang="en-US" dirty="0"/>
          </a:p>
          <a:p>
            <a:pPr lvl="1"/>
            <a:r>
              <a:rPr lang="en-US" altLang="zh-CN" dirty="0"/>
              <a:t>&lt;</a:t>
            </a:r>
            <a:r>
              <a:rPr lang="zh-CN" altLang="en-US" dirty="0"/>
              <a:t>二级文本</a:t>
            </a:r>
            <a:r>
              <a:rPr lang="en-US" altLang="zh-CN" dirty="0"/>
              <a:t>&gt;</a:t>
            </a:r>
            <a:endParaRPr lang="zh-CN" altLang="en-US" dirty="0"/>
          </a:p>
        </p:txBody>
      </p:sp>
      <p:sp>
        <p:nvSpPr>
          <p:cNvPr id="7" name="TextBox 35"/>
          <p:cNvSpPr txBox="1">
            <a:spLocks noChangeArrowheads="1"/>
          </p:cNvSpPr>
          <p:nvPr/>
        </p:nvSpPr>
        <p:spPr bwMode="auto">
          <a:xfrm>
            <a:off x="6384791" y="978175"/>
            <a:ext cx="1458837" cy="454745"/>
          </a:xfrm>
          <a:prstGeom prst="rect">
            <a:avLst/>
          </a:prstGeom>
          <a:solidFill>
            <a:srgbClr val="C0504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8" name="文本占位符 13"/>
          <p:cNvSpPr>
            <a:spLocks noGrp="1"/>
          </p:cNvSpPr>
          <p:nvPr>
            <p:ph type="body" sz="quarter" idx="15" hasCustomPrompt="1"/>
          </p:nvPr>
        </p:nvSpPr>
        <p:spPr>
          <a:xfrm>
            <a:off x="6384791" y="978175"/>
            <a:ext cx="3498136" cy="454745"/>
          </a:xfrm>
        </p:spPr>
        <p:txBody>
          <a:bodyPr/>
          <a:lstStyle>
            <a:lvl1pPr marL="0" indent="0">
              <a:buFontTx/>
              <a:buNone/>
              <a:defRPr lang="zh-CN" altLang="en-US" sz="2000" b="1" kern="1200" dirty="0" smtClean="0">
                <a:solidFill>
                  <a:srgbClr val="FFFFFF"/>
                </a:solidFill>
                <a:latin typeface="微软雅黑" panose="020B0503020204020204" pitchFamily="34" charset="-122"/>
                <a:ea typeface="微软雅黑" panose="020B0503020204020204" pitchFamily="34" charset="-122"/>
                <a:cs typeface="+mn-cs"/>
                <a:sym typeface="Arial" panose="020B06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&lt;</a:t>
            </a:r>
            <a:r>
              <a:rPr lang="zh-CN" altLang="en-US" dirty="0"/>
              <a:t>二级标题</a:t>
            </a:r>
            <a:r>
              <a:rPr lang="en-US" altLang="zh-CN" dirty="0"/>
              <a:t>&gt;</a:t>
            </a:r>
            <a:endParaRPr lang="zh-CN" altLang="en-US" dirty="0"/>
          </a:p>
        </p:txBody>
      </p:sp>
      <p:sp>
        <p:nvSpPr>
          <p:cNvPr id="3" name="日期占位符 2"/>
          <p:cNvSpPr>
            <a:spLocks noGrp="1"/>
          </p:cNvSpPr>
          <p:nvPr>
            <p:ph type="dt" sz="half" idx="16"/>
          </p:nvPr>
        </p:nvSpPr>
        <p:spPr/>
        <p:txBody>
          <a:bodyPr/>
          <a:lstStyle/>
          <a:p>
            <a:fld id="{20046AB2-54B8-4324-8D44-EC9FD66C023E}" type="datetimeFigureOut">
              <a:rPr lang="zh-CN" altLang="en-US" smtClean="0"/>
            </a:fld>
            <a:endParaRPr lang="zh-CN" altLang="en-US"/>
          </a:p>
        </p:txBody>
      </p:sp>
      <p:sp>
        <p:nvSpPr>
          <p:cNvPr id="4" name="页脚占位符 3"/>
          <p:cNvSpPr>
            <a:spLocks noGrp="1"/>
          </p:cNvSpPr>
          <p:nvPr>
            <p:ph type="ftr" sz="quarter" idx="17"/>
          </p:nvPr>
        </p:nvSpPr>
        <p:spPr/>
        <p:txBody>
          <a:bodyPr/>
          <a:lstStyle/>
          <a:p>
            <a:endParaRPr lang="zh-CN" altLang="en-US"/>
          </a:p>
        </p:txBody>
      </p:sp>
      <p:sp>
        <p:nvSpPr>
          <p:cNvPr id="5" name="灯片编号占位符 4"/>
          <p:cNvSpPr>
            <a:spLocks noGrp="1"/>
          </p:cNvSpPr>
          <p:nvPr>
            <p:ph type="sldNum" sz="quarter" idx="18"/>
          </p:nvPr>
        </p:nvSpPr>
        <p:spPr/>
        <p:txBody>
          <a:bodyPr/>
          <a:lstStyle/>
          <a:p>
            <a:fld id="{F044F660-533D-4F39-958A-95403B7B0398}"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多个二级标题(竖)">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3454401" y="33137"/>
            <a:ext cx="8128000" cy="587595"/>
          </a:xfrm>
        </p:spPr>
        <p:txBody>
          <a:bodyPr/>
          <a:lstStyle>
            <a:lvl1pPr algn="r">
              <a:defRPr kumimoji="0" lang="zh-CN" altLang="en-US" sz="2800" b="1" i="0" u="none" strike="noStrike" kern="1200" cap="none" spc="0" normalizeH="0" baseline="0" dirty="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r>
              <a:rPr lang="en-US" altLang="zh-CN" dirty="0"/>
              <a:t>&lt;</a:t>
            </a:r>
            <a:r>
              <a:rPr lang="zh-CN" altLang="en-US" dirty="0"/>
              <a:t>一级标题</a:t>
            </a:r>
            <a:r>
              <a:rPr lang="en-US" altLang="zh-CN" dirty="0"/>
              <a:t>&gt;</a:t>
            </a:r>
            <a:endParaRPr lang="zh-CN" altLang="en-US" dirty="0"/>
          </a:p>
        </p:txBody>
      </p:sp>
      <p:sp>
        <p:nvSpPr>
          <p:cNvPr id="9" name="内容占位符 2"/>
          <p:cNvSpPr>
            <a:spLocks noGrp="1"/>
          </p:cNvSpPr>
          <p:nvPr>
            <p:ph idx="12" hasCustomPrompt="1"/>
          </p:nvPr>
        </p:nvSpPr>
        <p:spPr>
          <a:xfrm>
            <a:off x="609600" y="1609134"/>
            <a:ext cx="10972800" cy="1683500"/>
          </a:xfrm>
        </p:spPr>
        <p:txBody>
          <a:bodyPr/>
          <a:lstStyle>
            <a:lvl1pPr marL="0" indent="0">
              <a:buFontTx/>
              <a:buNone/>
              <a:defRPr lang="zh-CN" altLang="en-US" sz="2000" kern="1200" dirty="0">
                <a:solidFill>
                  <a:schemeClr val="tx1"/>
                </a:solidFill>
                <a:latin typeface="微软雅黑" panose="020B0503020204020204" pitchFamily="34" charset="-122"/>
                <a:ea typeface="微软雅黑" panose="020B0503020204020204" pitchFamily="34" charset="-122"/>
                <a:cs typeface="+mn-cs"/>
              </a:defRPr>
            </a:lvl1pPr>
            <a:lvl2pPr marL="457200" indent="0">
              <a:buFontTx/>
              <a:buNone/>
              <a:defRPr lang="zh-CN" altLang="en-US" sz="1600" kern="1200" dirty="0">
                <a:solidFill>
                  <a:schemeClr val="tx1"/>
                </a:solidFill>
                <a:latin typeface="微软雅黑" panose="020B0503020204020204" pitchFamily="34" charset="-122"/>
                <a:ea typeface="微软雅黑" panose="020B0503020204020204" pitchFamily="34" charset="-122"/>
                <a:cs typeface="+mn-cs"/>
              </a:defRPr>
            </a:lvl2pPr>
            <a:lvl3pPr marL="914400" indent="0">
              <a:buFontTx/>
              <a:buNone/>
              <a:defRPr baseline="0">
                <a:solidFill>
                  <a:schemeClr val="accent5">
                    <a:lumMod val="25000"/>
                  </a:schemeClr>
                </a:solidFill>
                <a:latin typeface="微软雅黑" panose="020B0503020204020204" pitchFamily="34" charset="-122"/>
              </a:defRPr>
            </a:lvl3pPr>
            <a:lvl4pPr marL="1371600" indent="0">
              <a:buFontTx/>
              <a:buNone/>
              <a:defRPr baseline="0">
                <a:solidFill>
                  <a:schemeClr val="accent5">
                    <a:lumMod val="25000"/>
                  </a:schemeClr>
                </a:solidFill>
                <a:latin typeface="微软雅黑" panose="020B0503020204020204" pitchFamily="34" charset="-122"/>
              </a:defRPr>
            </a:lvl4pPr>
            <a:lvl5pPr marL="1828800" indent="0">
              <a:buFontTx/>
              <a:buNone/>
              <a:defRPr baseline="0">
                <a:solidFill>
                  <a:schemeClr val="accent5">
                    <a:lumMod val="25000"/>
                  </a:schemeClr>
                </a:solidFill>
                <a:latin typeface="微软雅黑" panose="020B0503020204020204" pitchFamily="34" charset="-122"/>
              </a:defRPr>
            </a:lvl5pPr>
          </a:lstStyle>
          <a:p>
            <a:pPr lvl="0"/>
            <a:r>
              <a:rPr lang="en-US" altLang="zh-CN" dirty="0"/>
              <a:t>&lt;</a:t>
            </a:r>
            <a:r>
              <a:rPr lang="zh-CN" altLang="en-US" dirty="0"/>
              <a:t>一级文本</a:t>
            </a:r>
            <a:r>
              <a:rPr lang="en-US" altLang="zh-CN" dirty="0"/>
              <a:t>&gt;</a:t>
            </a:r>
            <a:endParaRPr lang="zh-CN" altLang="en-US" dirty="0"/>
          </a:p>
          <a:p>
            <a:pPr lvl="1"/>
            <a:r>
              <a:rPr lang="en-US" altLang="zh-CN" dirty="0"/>
              <a:t>&lt;</a:t>
            </a:r>
            <a:r>
              <a:rPr lang="zh-CN" altLang="en-US" dirty="0"/>
              <a:t>二级文本</a:t>
            </a:r>
            <a:r>
              <a:rPr lang="en-US" altLang="zh-CN" dirty="0"/>
              <a:t>&gt;</a:t>
            </a:r>
            <a:endParaRPr lang="zh-CN" altLang="en-US" dirty="0"/>
          </a:p>
        </p:txBody>
      </p:sp>
      <p:sp>
        <p:nvSpPr>
          <p:cNvPr id="11" name="TextBox 35"/>
          <p:cNvSpPr txBox="1">
            <a:spLocks noChangeArrowheads="1"/>
          </p:cNvSpPr>
          <p:nvPr/>
        </p:nvSpPr>
        <p:spPr bwMode="auto">
          <a:xfrm>
            <a:off x="666296" y="978175"/>
            <a:ext cx="1458837" cy="454745"/>
          </a:xfrm>
          <a:prstGeom prst="rect">
            <a:avLst/>
          </a:prstGeom>
          <a:solidFill>
            <a:srgbClr val="C0504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14" name="文本占位符 13"/>
          <p:cNvSpPr>
            <a:spLocks noGrp="1"/>
          </p:cNvSpPr>
          <p:nvPr>
            <p:ph type="body" sz="quarter" idx="13" hasCustomPrompt="1"/>
          </p:nvPr>
        </p:nvSpPr>
        <p:spPr>
          <a:xfrm>
            <a:off x="666296" y="978175"/>
            <a:ext cx="3498136" cy="454745"/>
          </a:xfrm>
        </p:spPr>
        <p:txBody>
          <a:bodyPr/>
          <a:lstStyle>
            <a:lvl1pPr marL="0" indent="0">
              <a:buFontTx/>
              <a:buNone/>
              <a:defRPr lang="zh-CN" altLang="en-US" sz="2000" b="1" kern="1200" dirty="0" smtClean="0">
                <a:solidFill>
                  <a:srgbClr val="FFFFFF"/>
                </a:solidFill>
                <a:latin typeface="微软雅黑" panose="020B0503020204020204" pitchFamily="34" charset="-122"/>
                <a:ea typeface="微软雅黑" panose="020B0503020204020204" pitchFamily="34" charset="-122"/>
                <a:cs typeface="+mn-cs"/>
                <a:sym typeface="Arial" panose="020B06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&lt;</a:t>
            </a:r>
            <a:r>
              <a:rPr lang="zh-CN" altLang="en-US" dirty="0"/>
              <a:t>二级标题</a:t>
            </a:r>
            <a:r>
              <a:rPr lang="en-US" altLang="zh-CN" dirty="0"/>
              <a:t>&gt;</a:t>
            </a:r>
            <a:endParaRPr lang="zh-CN" altLang="en-US" dirty="0"/>
          </a:p>
        </p:txBody>
      </p:sp>
      <p:sp>
        <p:nvSpPr>
          <p:cNvPr id="6" name="内容占位符 2"/>
          <p:cNvSpPr>
            <a:spLocks noGrp="1"/>
          </p:cNvSpPr>
          <p:nvPr>
            <p:ph idx="14" hasCustomPrompt="1"/>
          </p:nvPr>
        </p:nvSpPr>
        <p:spPr>
          <a:xfrm>
            <a:off x="666296" y="4196325"/>
            <a:ext cx="10972800" cy="1843748"/>
          </a:xfrm>
        </p:spPr>
        <p:txBody>
          <a:bodyPr/>
          <a:lstStyle>
            <a:lvl1pPr marL="0" indent="0">
              <a:buFontTx/>
              <a:buNone/>
              <a:defRPr lang="zh-CN" altLang="en-US" sz="2000" kern="1200" dirty="0">
                <a:solidFill>
                  <a:schemeClr val="tx1"/>
                </a:solidFill>
                <a:latin typeface="微软雅黑" panose="020B0503020204020204" pitchFamily="34" charset="-122"/>
                <a:ea typeface="微软雅黑" panose="020B0503020204020204" pitchFamily="34" charset="-122"/>
                <a:cs typeface="+mn-cs"/>
              </a:defRPr>
            </a:lvl1pPr>
            <a:lvl2pPr marL="457200" indent="0">
              <a:buFontTx/>
              <a:buNone/>
              <a:defRPr lang="zh-CN" altLang="en-US" sz="1600" kern="1200" dirty="0">
                <a:solidFill>
                  <a:schemeClr val="tx1"/>
                </a:solidFill>
                <a:latin typeface="微软雅黑" panose="020B0503020204020204" pitchFamily="34" charset="-122"/>
                <a:ea typeface="微软雅黑" panose="020B0503020204020204" pitchFamily="34" charset="-122"/>
                <a:cs typeface="+mn-cs"/>
              </a:defRPr>
            </a:lvl2pPr>
            <a:lvl3pPr marL="914400" indent="0">
              <a:buFontTx/>
              <a:buNone/>
              <a:defRPr baseline="0">
                <a:solidFill>
                  <a:schemeClr val="accent5">
                    <a:lumMod val="25000"/>
                  </a:schemeClr>
                </a:solidFill>
                <a:latin typeface="微软雅黑" panose="020B0503020204020204" pitchFamily="34" charset="-122"/>
              </a:defRPr>
            </a:lvl3pPr>
            <a:lvl4pPr marL="1371600" indent="0">
              <a:buFontTx/>
              <a:buNone/>
              <a:defRPr baseline="0">
                <a:solidFill>
                  <a:schemeClr val="accent5">
                    <a:lumMod val="25000"/>
                  </a:schemeClr>
                </a:solidFill>
                <a:latin typeface="微软雅黑" panose="020B0503020204020204" pitchFamily="34" charset="-122"/>
              </a:defRPr>
            </a:lvl4pPr>
            <a:lvl5pPr marL="1828800" indent="0">
              <a:buFontTx/>
              <a:buNone/>
              <a:defRPr baseline="0">
                <a:solidFill>
                  <a:schemeClr val="accent5">
                    <a:lumMod val="25000"/>
                  </a:schemeClr>
                </a:solidFill>
                <a:latin typeface="微软雅黑" panose="020B0503020204020204" pitchFamily="34" charset="-122"/>
              </a:defRPr>
            </a:lvl5pPr>
          </a:lstStyle>
          <a:p>
            <a:pPr lvl="0"/>
            <a:r>
              <a:rPr lang="en-US" altLang="zh-CN" dirty="0"/>
              <a:t>&lt;</a:t>
            </a:r>
            <a:r>
              <a:rPr lang="zh-CN" altLang="en-US" dirty="0"/>
              <a:t>一级文本</a:t>
            </a:r>
            <a:r>
              <a:rPr lang="en-US" altLang="zh-CN" dirty="0"/>
              <a:t>&gt;</a:t>
            </a:r>
            <a:endParaRPr lang="zh-CN" altLang="en-US" dirty="0"/>
          </a:p>
          <a:p>
            <a:pPr lvl="1"/>
            <a:r>
              <a:rPr lang="en-US" altLang="zh-CN" dirty="0"/>
              <a:t>&lt;</a:t>
            </a:r>
            <a:r>
              <a:rPr lang="zh-CN" altLang="en-US" dirty="0"/>
              <a:t>二级文本</a:t>
            </a:r>
            <a:r>
              <a:rPr lang="en-US" altLang="zh-CN" dirty="0"/>
              <a:t>&gt;</a:t>
            </a:r>
            <a:endParaRPr lang="zh-CN" altLang="en-US" dirty="0"/>
          </a:p>
        </p:txBody>
      </p:sp>
      <p:sp>
        <p:nvSpPr>
          <p:cNvPr id="7" name="TextBox 35"/>
          <p:cNvSpPr txBox="1">
            <a:spLocks noChangeArrowheads="1"/>
          </p:cNvSpPr>
          <p:nvPr/>
        </p:nvSpPr>
        <p:spPr bwMode="auto">
          <a:xfrm>
            <a:off x="722992" y="3565366"/>
            <a:ext cx="1458837" cy="454745"/>
          </a:xfrm>
          <a:prstGeom prst="rect">
            <a:avLst/>
          </a:prstGeom>
          <a:solidFill>
            <a:srgbClr val="C0504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8" name="文本占位符 13"/>
          <p:cNvSpPr>
            <a:spLocks noGrp="1"/>
          </p:cNvSpPr>
          <p:nvPr>
            <p:ph type="body" sz="quarter" idx="15" hasCustomPrompt="1"/>
          </p:nvPr>
        </p:nvSpPr>
        <p:spPr>
          <a:xfrm>
            <a:off x="722992" y="3565366"/>
            <a:ext cx="3498136" cy="454745"/>
          </a:xfrm>
        </p:spPr>
        <p:txBody>
          <a:bodyPr/>
          <a:lstStyle>
            <a:lvl1pPr marL="0" indent="0">
              <a:buFontTx/>
              <a:buNone/>
              <a:defRPr lang="zh-CN" altLang="en-US" sz="2000" b="1" kern="1200" dirty="0" smtClean="0">
                <a:solidFill>
                  <a:srgbClr val="FFFFFF"/>
                </a:solidFill>
                <a:latin typeface="微软雅黑" panose="020B0503020204020204" pitchFamily="34" charset="-122"/>
                <a:ea typeface="微软雅黑" panose="020B0503020204020204" pitchFamily="34" charset="-122"/>
                <a:cs typeface="+mn-cs"/>
                <a:sym typeface="Arial" panose="020B06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&lt;</a:t>
            </a:r>
            <a:r>
              <a:rPr lang="zh-CN" altLang="en-US" dirty="0"/>
              <a:t>二级标题</a:t>
            </a:r>
            <a:r>
              <a:rPr lang="en-US" altLang="zh-CN" dirty="0"/>
              <a:t>&gt;</a:t>
            </a:r>
            <a:endParaRPr lang="zh-CN" altLang="en-US" dirty="0"/>
          </a:p>
        </p:txBody>
      </p:sp>
      <p:sp>
        <p:nvSpPr>
          <p:cNvPr id="3" name="日期占位符 2"/>
          <p:cNvSpPr>
            <a:spLocks noGrp="1"/>
          </p:cNvSpPr>
          <p:nvPr>
            <p:ph type="dt" sz="half" idx="16"/>
          </p:nvPr>
        </p:nvSpPr>
        <p:spPr/>
        <p:txBody>
          <a:bodyPr/>
          <a:lstStyle/>
          <a:p>
            <a:fld id="{20046AB2-54B8-4324-8D44-EC9FD66C023E}" type="datetimeFigureOut">
              <a:rPr lang="zh-CN" altLang="en-US" smtClean="0"/>
            </a:fld>
            <a:endParaRPr lang="zh-CN" altLang="en-US"/>
          </a:p>
        </p:txBody>
      </p:sp>
      <p:sp>
        <p:nvSpPr>
          <p:cNvPr id="4" name="页脚占位符 3"/>
          <p:cNvSpPr>
            <a:spLocks noGrp="1"/>
          </p:cNvSpPr>
          <p:nvPr>
            <p:ph type="ftr" sz="quarter" idx="17"/>
          </p:nvPr>
        </p:nvSpPr>
        <p:spPr/>
        <p:txBody>
          <a:bodyPr/>
          <a:lstStyle/>
          <a:p>
            <a:endParaRPr lang="zh-CN" altLang="en-US"/>
          </a:p>
        </p:txBody>
      </p:sp>
      <p:sp>
        <p:nvSpPr>
          <p:cNvPr id="5" name="灯片编号占位符 4"/>
          <p:cNvSpPr>
            <a:spLocks noGrp="1"/>
          </p:cNvSpPr>
          <p:nvPr>
            <p:ph type="sldNum" sz="quarter" idx="18"/>
          </p:nvPr>
        </p:nvSpPr>
        <p:spPr/>
        <p:txBody>
          <a:bodyPr/>
          <a:lstStyle/>
          <a:p>
            <a:fld id="{F044F660-533D-4F39-958A-95403B7B0398}"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有三级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3454401" y="33137"/>
            <a:ext cx="8128000" cy="587595"/>
          </a:xfrm>
        </p:spPr>
        <p:txBody>
          <a:bodyPr/>
          <a:lstStyle>
            <a:lvl1pPr algn="r">
              <a:defRPr kumimoji="0" lang="zh-CN" altLang="en-US" sz="2800" b="1" i="0" u="none" strike="noStrike" kern="1200" cap="none" spc="0" normalizeH="0" baseline="0" dirty="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r>
              <a:rPr lang="en-US" altLang="zh-CN" dirty="0"/>
              <a:t>&lt;</a:t>
            </a:r>
            <a:r>
              <a:rPr lang="zh-CN" altLang="en-US" dirty="0"/>
              <a:t>一级标题</a:t>
            </a:r>
            <a:r>
              <a:rPr lang="en-US" altLang="zh-CN" dirty="0"/>
              <a:t>&gt;</a:t>
            </a:r>
            <a:endParaRPr lang="zh-CN" altLang="en-US" dirty="0"/>
          </a:p>
        </p:txBody>
      </p:sp>
      <p:sp>
        <p:nvSpPr>
          <p:cNvPr id="9" name="内容占位符 2"/>
          <p:cNvSpPr>
            <a:spLocks noGrp="1"/>
          </p:cNvSpPr>
          <p:nvPr>
            <p:ph idx="12" hasCustomPrompt="1"/>
          </p:nvPr>
        </p:nvSpPr>
        <p:spPr>
          <a:xfrm>
            <a:off x="609600" y="1946246"/>
            <a:ext cx="10972800" cy="4188850"/>
          </a:xfrm>
        </p:spPr>
        <p:txBody>
          <a:bodyPr/>
          <a:lstStyle>
            <a:lvl1pPr marL="0" indent="0">
              <a:buFontTx/>
              <a:buNone/>
              <a:defRPr lang="zh-CN" altLang="en-US" sz="2000" kern="1200" dirty="0">
                <a:solidFill>
                  <a:schemeClr val="tx1"/>
                </a:solidFill>
                <a:latin typeface="微软雅黑" panose="020B0503020204020204" pitchFamily="34" charset="-122"/>
                <a:ea typeface="微软雅黑" panose="020B0503020204020204" pitchFamily="34" charset="-122"/>
                <a:cs typeface="+mn-cs"/>
              </a:defRPr>
            </a:lvl1pPr>
            <a:lvl2pPr marL="457200" indent="0">
              <a:buFontTx/>
              <a:buNone/>
              <a:defRPr lang="zh-CN" altLang="en-US" sz="1600" kern="1200" dirty="0">
                <a:solidFill>
                  <a:schemeClr val="tx1"/>
                </a:solidFill>
                <a:latin typeface="微软雅黑" panose="020B0503020204020204" pitchFamily="34" charset="-122"/>
                <a:ea typeface="微软雅黑" panose="020B0503020204020204" pitchFamily="34" charset="-122"/>
                <a:cs typeface="+mn-cs"/>
              </a:defRPr>
            </a:lvl2pPr>
            <a:lvl3pPr marL="914400" indent="0">
              <a:buFontTx/>
              <a:buNone/>
              <a:defRPr baseline="0">
                <a:solidFill>
                  <a:schemeClr val="accent5">
                    <a:lumMod val="25000"/>
                  </a:schemeClr>
                </a:solidFill>
                <a:latin typeface="微软雅黑" panose="020B0503020204020204" pitchFamily="34" charset="-122"/>
              </a:defRPr>
            </a:lvl3pPr>
            <a:lvl4pPr marL="1371600" indent="0">
              <a:buFontTx/>
              <a:buNone/>
              <a:defRPr baseline="0">
                <a:solidFill>
                  <a:schemeClr val="accent5">
                    <a:lumMod val="25000"/>
                  </a:schemeClr>
                </a:solidFill>
                <a:latin typeface="微软雅黑" panose="020B0503020204020204" pitchFamily="34" charset="-122"/>
              </a:defRPr>
            </a:lvl4pPr>
            <a:lvl5pPr marL="1828800" indent="0">
              <a:buFontTx/>
              <a:buNone/>
              <a:defRPr baseline="0">
                <a:solidFill>
                  <a:schemeClr val="accent5">
                    <a:lumMod val="25000"/>
                  </a:schemeClr>
                </a:solidFill>
                <a:latin typeface="微软雅黑" panose="020B0503020204020204" pitchFamily="34" charset="-122"/>
              </a:defRPr>
            </a:lvl5pPr>
          </a:lstStyle>
          <a:p>
            <a:pPr lvl="0"/>
            <a:r>
              <a:rPr lang="en-US" altLang="zh-CN" dirty="0"/>
              <a:t>&lt;</a:t>
            </a:r>
            <a:r>
              <a:rPr lang="zh-CN" altLang="en-US" dirty="0"/>
              <a:t>一级文本</a:t>
            </a:r>
            <a:r>
              <a:rPr lang="en-US" altLang="zh-CN" dirty="0"/>
              <a:t>&gt;</a:t>
            </a:r>
            <a:endParaRPr lang="zh-CN" altLang="en-US" dirty="0"/>
          </a:p>
          <a:p>
            <a:pPr lvl="1"/>
            <a:r>
              <a:rPr lang="en-US" altLang="zh-CN" dirty="0"/>
              <a:t>&lt;</a:t>
            </a:r>
            <a:r>
              <a:rPr lang="zh-CN" altLang="en-US" dirty="0"/>
              <a:t>二级文本</a:t>
            </a:r>
            <a:r>
              <a:rPr lang="en-US" altLang="zh-CN" dirty="0"/>
              <a:t>&gt;</a:t>
            </a:r>
            <a:endParaRPr lang="zh-CN" altLang="en-US" dirty="0"/>
          </a:p>
        </p:txBody>
      </p:sp>
      <p:sp>
        <p:nvSpPr>
          <p:cNvPr id="11" name="TextBox 35"/>
          <p:cNvSpPr txBox="1">
            <a:spLocks noChangeArrowheads="1"/>
          </p:cNvSpPr>
          <p:nvPr/>
        </p:nvSpPr>
        <p:spPr bwMode="auto">
          <a:xfrm>
            <a:off x="666296" y="978175"/>
            <a:ext cx="1458837" cy="454745"/>
          </a:xfrm>
          <a:prstGeom prst="rect">
            <a:avLst/>
          </a:prstGeom>
          <a:solidFill>
            <a:srgbClr val="C0504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14" name="文本占位符 13"/>
          <p:cNvSpPr>
            <a:spLocks noGrp="1"/>
          </p:cNvSpPr>
          <p:nvPr>
            <p:ph type="body" sz="quarter" idx="13" hasCustomPrompt="1"/>
          </p:nvPr>
        </p:nvSpPr>
        <p:spPr>
          <a:xfrm>
            <a:off x="599184" y="978175"/>
            <a:ext cx="1598732" cy="454745"/>
          </a:xfrm>
        </p:spPr>
        <p:txBody>
          <a:bodyPr/>
          <a:lstStyle>
            <a:lvl1pPr marL="0" indent="0" algn="ctr">
              <a:buFontTx/>
              <a:buNone/>
              <a:defRPr lang="zh-CN" altLang="en-US" sz="2000" b="1" kern="1200" dirty="0" smtClean="0">
                <a:solidFill>
                  <a:srgbClr val="FFFFFF"/>
                </a:solidFill>
                <a:latin typeface="微软雅黑" panose="020B0503020204020204" pitchFamily="34" charset="-122"/>
                <a:ea typeface="微软雅黑" panose="020B0503020204020204" pitchFamily="34" charset="-122"/>
                <a:cs typeface="+mn-cs"/>
                <a:sym typeface="Arial" panose="020B06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&lt;</a:t>
            </a:r>
            <a:r>
              <a:rPr lang="zh-CN" altLang="en-US" dirty="0"/>
              <a:t>二级标题</a:t>
            </a:r>
            <a:r>
              <a:rPr lang="en-US" altLang="zh-CN" dirty="0"/>
              <a:t>&gt;</a:t>
            </a:r>
            <a:endParaRPr lang="zh-CN" altLang="en-US" dirty="0"/>
          </a:p>
        </p:txBody>
      </p:sp>
      <p:sp>
        <p:nvSpPr>
          <p:cNvPr id="4" name="文本占位符 3"/>
          <p:cNvSpPr>
            <a:spLocks noGrp="1"/>
          </p:cNvSpPr>
          <p:nvPr>
            <p:ph type="body" sz="quarter" idx="14" hasCustomPrompt="1"/>
          </p:nvPr>
        </p:nvSpPr>
        <p:spPr>
          <a:xfrm>
            <a:off x="666296" y="1491509"/>
            <a:ext cx="1917513" cy="338554"/>
          </a:xfrm>
        </p:spPr>
        <p:txBody>
          <a:bodyPr/>
          <a:lstStyle>
            <a:lvl1pPr marL="0" indent="0">
              <a:buFontTx/>
              <a:buNone/>
              <a:defRPr kumimoji="0" lang="zh-CN" altLang="en-US" sz="1600" b="1" i="0" u="none" strike="noStrike" kern="1200" cap="none" spc="0" normalizeH="0" baseline="0" dirty="0" smtClean="0">
                <a:ln>
                  <a:noFill/>
                </a:ln>
                <a:solidFill>
                  <a:srgbClr val="0070C0"/>
                </a:solidFill>
                <a:effectLst/>
                <a:uLnTx/>
                <a:uFillTx/>
                <a:latin typeface="微软雅黑" panose="020B0503020204020204" pitchFamily="34" charset="-122"/>
                <a:ea typeface="微软雅黑" panose="020B0503020204020204" pitchFamily="34" charset="-122"/>
                <a:cs typeface="+mn-cs"/>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&lt;</a:t>
            </a:r>
            <a:r>
              <a:rPr lang="zh-CN" altLang="en-US" dirty="0"/>
              <a:t>三级标题</a:t>
            </a:r>
            <a:r>
              <a:rPr lang="en-US" altLang="zh-CN" dirty="0"/>
              <a:t>&gt;</a:t>
            </a:r>
            <a:endParaRPr lang="zh-CN" altLang="en-US" dirty="0"/>
          </a:p>
        </p:txBody>
      </p:sp>
      <p:sp>
        <p:nvSpPr>
          <p:cNvPr id="5" name="日期占位符 4"/>
          <p:cNvSpPr>
            <a:spLocks noGrp="1"/>
          </p:cNvSpPr>
          <p:nvPr>
            <p:ph type="dt" sz="half" idx="15"/>
          </p:nvPr>
        </p:nvSpPr>
        <p:spPr/>
        <p:txBody>
          <a:bodyPr/>
          <a:lstStyle/>
          <a:p>
            <a:fld id="{20046AB2-54B8-4324-8D44-EC9FD66C023E}" type="datetimeFigureOut">
              <a:rPr lang="zh-CN" altLang="en-US" smtClean="0"/>
            </a:fld>
            <a:endParaRPr lang="zh-CN" altLang="en-US"/>
          </a:p>
        </p:txBody>
      </p:sp>
      <p:sp>
        <p:nvSpPr>
          <p:cNvPr id="7" name="页脚占位符 6"/>
          <p:cNvSpPr>
            <a:spLocks noGrp="1"/>
          </p:cNvSpPr>
          <p:nvPr>
            <p:ph type="ftr" sz="quarter" idx="16"/>
          </p:nvPr>
        </p:nvSpPr>
        <p:spPr/>
        <p:txBody>
          <a:bodyPr/>
          <a:lstStyle/>
          <a:p>
            <a:endParaRPr lang="zh-CN" altLang="en-US"/>
          </a:p>
        </p:txBody>
      </p:sp>
      <p:sp>
        <p:nvSpPr>
          <p:cNvPr id="8" name="灯片编号占位符 7"/>
          <p:cNvSpPr>
            <a:spLocks noGrp="1"/>
          </p:cNvSpPr>
          <p:nvPr>
            <p:ph type="sldNum" sz="quarter" idx="17"/>
          </p:nvPr>
        </p:nvSpPr>
        <p:spPr/>
        <p:txBody>
          <a:bodyPr/>
          <a:lstStyle/>
          <a:p>
            <a:fld id="{F044F660-533D-4F39-958A-95403B7B0398}"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三级标题 + 图">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3454401" y="33137"/>
            <a:ext cx="8128000" cy="587595"/>
          </a:xfrm>
        </p:spPr>
        <p:txBody>
          <a:bodyPr/>
          <a:lstStyle>
            <a:lvl1pPr algn="r">
              <a:defRPr kumimoji="0" lang="zh-CN" altLang="en-US" sz="2800" b="1" i="0" u="none" strike="noStrike" kern="1200" cap="none" spc="0" normalizeH="0" baseline="0" dirty="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r>
              <a:rPr lang="en-US" altLang="zh-CN" dirty="0"/>
              <a:t>&lt;</a:t>
            </a:r>
            <a:r>
              <a:rPr lang="zh-CN" altLang="en-US" dirty="0"/>
              <a:t>一级标题</a:t>
            </a:r>
            <a:r>
              <a:rPr lang="en-US" altLang="zh-CN" dirty="0"/>
              <a:t>&gt;</a:t>
            </a:r>
            <a:endParaRPr lang="zh-CN" altLang="en-US" dirty="0"/>
          </a:p>
        </p:txBody>
      </p:sp>
      <p:sp>
        <p:nvSpPr>
          <p:cNvPr id="9" name="内容占位符 2"/>
          <p:cNvSpPr>
            <a:spLocks noGrp="1"/>
          </p:cNvSpPr>
          <p:nvPr>
            <p:ph idx="12" hasCustomPrompt="1"/>
          </p:nvPr>
        </p:nvSpPr>
        <p:spPr>
          <a:xfrm>
            <a:off x="609600" y="1946246"/>
            <a:ext cx="5229138" cy="4188850"/>
          </a:xfrm>
        </p:spPr>
        <p:txBody>
          <a:bodyPr/>
          <a:lstStyle>
            <a:lvl1pPr marL="0" indent="0">
              <a:buFontTx/>
              <a:buNone/>
              <a:defRPr lang="zh-CN" altLang="en-US" sz="2000" kern="1200" dirty="0">
                <a:solidFill>
                  <a:schemeClr val="tx1"/>
                </a:solidFill>
                <a:latin typeface="微软雅黑" panose="020B0503020204020204" pitchFamily="34" charset="-122"/>
                <a:ea typeface="微软雅黑" panose="020B0503020204020204" pitchFamily="34" charset="-122"/>
                <a:cs typeface="+mn-cs"/>
              </a:defRPr>
            </a:lvl1pPr>
            <a:lvl2pPr marL="457200" indent="0">
              <a:buFontTx/>
              <a:buNone/>
              <a:defRPr lang="zh-CN" altLang="en-US" sz="1600" kern="1200" dirty="0">
                <a:solidFill>
                  <a:schemeClr val="tx1"/>
                </a:solidFill>
                <a:latin typeface="微软雅黑" panose="020B0503020204020204" pitchFamily="34" charset="-122"/>
                <a:ea typeface="微软雅黑" panose="020B0503020204020204" pitchFamily="34" charset="-122"/>
                <a:cs typeface="+mn-cs"/>
              </a:defRPr>
            </a:lvl2pPr>
            <a:lvl3pPr marL="914400" indent="0">
              <a:buFontTx/>
              <a:buNone/>
              <a:defRPr baseline="0">
                <a:solidFill>
                  <a:schemeClr val="accent5">
                    <a:lumMod val="25000"/>
                  </a:schemeClr>
                </a:solidFill>
                <a:latin typeface="微软雅黑" panose="020B0503020204020204" pitchFamily="34" charset="-122"/>
              </a:defRPr>
            </a:lvl3pPr>
            <a:lvl4pPr marL="1371600" indent="0">
              <a:buFontTx/>
              <a:buNone/>
              <a:defRPr baseline="0">
                <a:solidFill>
                  <a:schemeClr val="accent5">
                    <a:lumMod val="25000"/>
                  </a:schemeClr>
                </a:solidFill>
                <a:latin typeface="微软雅黑" panose="020B0503020204020204" pitchFamily="34" charset="-122"/>
              </a:defRPr>
            </a:lvl4pPr>
            <a:lvl5pPr marL="1828800" indent="0">
              <a:buFontTx/>
              <a:buNone/>
              <a:defRPr baseline="0">
                <a:solidFill>
                  <a:schemeClr val="accent5">
                    <a:lumMod val="25000"/>
                  </a:schemeClr>
                </a:solidFill>
                <a:latin typeface="微软雅黑" panose="020B0503020204020204" pitchFamily="34" charset="-122"/>
              </a:defRPr>
            </a:lvl5pPr>
          </a:lstStyle>
          <a:p>
            <a:pPr lvl="0"/>
            <a:r>
              <a:rPr lang="en-US" altLang="zh-CN" dirty="0"/>
              <a:t>&lt;</a:t>
            </a:r>
            <a:r>
              <a:rPr lang="zh-CN" altLang="en-US" dirty="0"/>
              <a:t>一级文本</a:t>
            </a:r>
            <a:r>
              <a:rPr lang="en-US" altLang="zh-CN" dirty="0"/>
              <a:t>&gt;</a:t>
            </a:r>
            <a:endParaRPr lang="zh-CN" altLang="en-US" dirty="0"/>
          </a:p>
          <a:p>
            <a:pPr lvl="1"/>
            <a:r>
              <a:rPr lang="en-US" altLang="zh-CN" dirty="0"/>
              <a:t>&lt;</a:t>
            </a:r>
            <a:r>
              <a:rPr lang="zh-CN" altLang="en-US" dirty="0"/>
              <a:t>二级文本</a:t>
            </a:r>
            <a:r>
              <a:rPr lang="en-US" altLang="zh-CN" dirty="0"/>
              <a:t>&gt;</a:t>
            </a:r>
            <a:endParaRPr lang="zh-CN" altLang="en-US" dirty="0"/>
          </a:p>
        </p:txBody>
      </p:sp>
      <p:sp>
        <p:nvSpPr>
          <p:cNvPr id="11" name="TextBox 35"/>
          <p:cNvSpPr txBox="1">
            <a:spLocks noChangeArrowheads="1"/>
          </p:cNvSpPr>
          <p:nvPr/>
        </p:nvSpPr>
        <p:spPr bwMode="auto">
          <a:xfrm>
            <a:off x="666296" y="978175"/>
            <a:ext cx="1458837" cy="454745"/>
          </a:xfrm>
          <a:prstGeom prst="rect">
            <a:avLst/>
          </a:prstGeom>
          <a:solidFill>
            <a:srgbClr val="C0504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14" name="文本占位符 13"/>
          <p:cNvSpPr>
            <a:spLocks noGrp="1"/>
          </p:cNvSpPr>
          <p:nvPr>
            <p:ph type="body" sz="quarter" idx="13" hasCustomPrompt="1"/>
          </p:nvPr>
        </p:nvSpPr>
        <p:spPr>
          <a:xfrm>
            <a:off x="599184" y="978175"/>
            <a:ext cx="1598732" cy="454745"/>
          </a:xfrm>
        </p:spPr>
        <p:txBody>
          <a:bodyPr/>
          <a:lstStyle>
            <a:lvl1pPr marL="0" indent="0" algn="ctr">
              <a:buFontTx/>
              <a:buNone/>
              <a:defRPr lang="zh-CN" altLang="en-US" sz="2000" b="1" kern="1200" dirty="0" smtClean="0">
                <a:solidFill>
                  <a:srgbClr val="FFFFFF"/>
                </a:solidFill>
                <a:latin typeface="微软雅黑" panose="020B0503020204020204" pitchFamily="34" charset="-122"/>
                <a:ea typeface="微软雅黑" panose="020B0503020204020204" pitchFamily="34" charset="-122"/>
                <a:cs typeface="+mn-cs"/>
                <a:sym typeface="Arial" panose="020B06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&lt;</a:t>
            </a:r>
            <a:r>
              <a:rPr lang="zh-CN" altLang="en-US" dirty="0"/>
              <a:t>二级标题</a:t>
            </a:r>
            <a:r>
              <a:rPr lang="en-US" altLang="zh-CN" dirty="0"/>
              <a:t>&gt;</a:t>
            </a:r>
            <a:endParaRPr lang="zh-CN" altLang="en-US" dirty="0"/>
          </a:p>
        </p:txBody>
      </p:sp>
      <p:sp>
        <p:nvSpPr>
          <p:cNvPr id="4" name="文本占位符 3"/>
          <p:cNvSpPr>
            <a:spLocks noGrp="1"/>
          </p:cNvSpPr>
          <p:nvPr>
            <p:ph type="body" sz="quarter" idx="14" hasCustomPrompt="1"/>
          </p:nvPr>
        </p:nvSpPr>
        <p:spPr>
          <a:xfrm>
            <a:off x="666296" y="1491509"/>
            <a:ext cx="1917513" cy="338554"/>
          </a:xfrm>
        </p:spPr>
        <p:txBody>
          <a:bodyPr/>
          <a:lstStyle>
            <a:lvl1pPr marL="0" indent="0">
              <a:buFontTx/>
              <a:buNone/>
              <a:defRPr kumimoji="0" lang="zh-CN" altLang="en-US" sz="1600" b="1" i="0" u="none" strike="noStrike" kern="1200" cap="none" spc="0" normalizeH="0" baseline="0" dirty="0" smtClean="0">
                <a:ln>
                  <a:noFill/>
                </a:ln>
                <a:solidFill>
                  <a:srgbClr val="0070C0"/>
                </a:solidFill>
                <a:effectLst/>
                <a:uLnTx/>
                <a:uFillTx/>
                <a:latin typeface="微软雅黑" panose="020B0503020204020204" pitchFamily="34" charset="-122"/>
                <a:ea typeface="微软雅黑" panose="020B0503020204020204" pitchFamily="34" charset="-122"/>
                <a:cs typeface="+mn-cs"/>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&lt;</a:t>
            </a:r>
            <a:r>
              <a:rPr lang="zh-CN" altLang="en-US" dirty="0"/>
              <a:t>三级标题</a:t>
            </a:r>
            <a:r>
              <a:rPr lang="en-US" altLang="zh-CN" dirty="0"/>
              <a:t>&gt;</a:t>
            </a:r>
            <a:endParaRPr lang="zh-CN" altLang="en-US" dirty="0"/>
          </a:p>
        </p:txBody>
      </p:sp>
      <p:sp>
        <p:nvSpPr>
          <p:cNvPr id="5" name="日期占位符 4"/>
          <p:cNvSpPr>
            <a:spLocks noGrp="1"/>
          </p:cNvSpPr>
          <p:nvPr>
            <p:ph type="dt" sz="half" idx="15"/>
          </p:nvPr>
        </p:nvSpPr>
        <p:spPr/>
        <p:txBody>
          <a:bodyPr/>
          <a:lstStyle/>
          <a:p>
            <a:fld id="{20046AB2-54B8-4324-8D44-EC9FD66C023E}" type="datetimeFigureOut">
              <a:rPr lang="zh-CN" altLang="en-US" smtClean="0"/>
            </a:fld>
            <a:endParaRPr lang="zh-CN" altLang="en-US"/>
          </a:p>
        </p:txBody>
      </p:sp>
      <p:sp>
        <p:nvSpPr>
          <p:cNvPr id="7" name="页脚占位符 6"/>
          <p:cNvSpPr>
            <a:spLocks noGrp="1"/>
          </p:cNvSpPr>
          <p:nvPr>
            <p:ph type="ftr" sz="quarter" idx="16"/>
          </p:nvPr>
        </p:nvSpPr>
        <p:spPr/>
        <p:txBody>
          <a:bodyPr/>
          <a:lstStyle/>
          <a:p>
            <a:endParaRPr lang="zh-CN" altLang="en-US"/>
          </a:p>
        </p:txBody>
      </p:sp>
      <p:sp>
        <p:nvSpPr>
          <p:cNvPr id="8" name="灯片编号占位符 7"/>
          <p:cNvSpPr>
            <a:spLocks noGrp="1"/>
          </p:cNvSpPr>
          <p:nvPr>
            <p:ph type="sldNum" sz="quarter" idx="17"/>
          </p:nvPr>
        </p:nvSpPr>
        <p:spPr/>
        <p:txBody>
          <a:bodyPr/>
          <a:lstStyle/>
          <a:p>
            <a:fld id="{F044F660-533D-4F39-958A-95403B7B0398}" type="slidenum">
              <a:rPr lang="zh-CN" altLang="en-US" smtClean="0"/>
            </a:fld>
            <a:endParaRPr lang="zh-CN" altLang="en-US"/>
          </a:p>
        </p:txBody>
      </p:sp>
      <p:sp>
        <p:nvSpPr>
          <p:cNvPr id="13" name="图片占位符 11"/>
          <p:cNvSpPr>
            <a:spLocks noGrp="1"/>
          </p:cNvSpPr>
          <p:nvPr>
            <p:ph type="pic" sz="quarter" idx="19" hasCustomPrompt="1"/>
          </p:nvPr>
        </p:nvSpPr>
        <p:spPr>
          <a:xfrm>
            <a:off x="6328096" y="1609133"/>
            <a:ext cx="5254304" cy="4525963"/>
          </a:xfrm>
        </p:spPr>
        <p:txBody>
          <a:bodyPr anchor="ctr"/>
          <a:lstStyle>
            <a:lvl1pPr marL="0" indent="0" algn="ctr">
              <a:buFontTx/>
              <a:buNone/>
              <a:defRPr sz="1600">
                <a:latin typeface="微软雅黑" panose="020B0503020204020204" pitchFamily="34" charset="-122"/>
                <a:ea typeface="微软雅黑" panose="020B0503020204020204" pitchFamily="34" charset="-122"/>
              </a:defRPr>
            </a:lvl1pPr>
            <a:lvl2pPr>
              <a:defRPr lang="zh-CN" altLang="en-US" sz="1600" kern="1200" dirty="0">
                <a:solidFill>
                  <a:schemeClr val="tx1"/>
                </a:solidFill>
                <a:latin typeface="微软雅黑" panose="020B0503020204020204" pitchFamily="34" charset="-122"/>
                <a:ea typeface="微软雅黑" panose="020B0503020204020204" pitchFamily="34" charset="-122"/>
                <a:cs typeface="+mn-cs"/>
                <a:sym typeface="Arial" panose="020B0604020202020204" pitchFamily="34" charset="0"/>
              </a:defRPr>
            </a:lvl2pPr>
          </a:lstStyle>
          <a:p>
            <a:pPr marL="0" lvl="0" indent="-285750" algn="l" defTabSz="0" rtl="0" eaLnBrk="0" fontAlgn="base" hangingPunct="0">
              <a:spcBef>
                <a:spcPct val="20000"/>
              </a:spcBef>
              <a:spcAft>
                <a:spcPct val="0"/>
              </a:spcAft>
              <a:buFontTx/>
              <a:buNone/>
            </a:pPr>
            <a:r>
              <a:rPr lang="en-US" altLang="zh-CN" dirty="0"/>
              <a:t>&lt;</a:t>
            </a:r>
            <a:r>
              <a:rPr lang="zh-CN" altLang="en-US" dirty="0"/>
              <a:t>图片</a:t>
            </a:r>
            <a:r>
              <a:rPr lang="en-US" altLang="zh-CN" dirty="0"/>
              <a:t>&gt;</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多个三级标题(横)">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3454401" y="33137"/>
            <a:ext cx="8128000" cy="587595"/>
          </a:xfrm>
        </p:spPr>
        <p:txBody>
          <a:bodyPr/>
          <a:lstStyle>
            <a:lvl1pPr algn="r">
              <a:defRPr kumimoji="0" lang="zh-CN" altLang="en-US" sz="2800" b="1" i="0" u="none" strike="noStrike" kern="1200" cap="none" spc="0" normalizeH="0" baseline="0" dirty="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r>
              <a:rPr lang="en-US" altLang="zh-CN" dirty="0"/>
              <a:t>&lt;</a:t>
            </a:r>
            <a:r>
              <a:rPr lang="zh-CN" altLang="en-US" dirty="0"/>
              <a:t>一级标题</a:t>
            </a:r>
            <a:r>
              <a:rPr lang="en-US" altLang="zh-CN" dirty="0"/>
              <a:t>&gt;</a:t>
            </a:r>
            <a:endParaRPr lang="zh-CN" altLang="en-US" dirty="0"/>
          </a:p>
        </p:txBody>
      </p:sp>
      <p:sp>
        <p:nvSpPr>
          <p:cNvPr id="9" name="内容占位符 2"/>
          <p:cNvSpPr>
            <a:spLocks noGrp="1"/>
          </p:cNvSpPr>
          <p:nvPr>
            <p:ph idx="12" hasCustomPrompt="1"/>
          </p:nvPr>
        </p:nvSpPr>
        <p:spPr>
          <a:xfrm>
            <a:off x="609600" y="1946246"/>
            <a:ext cx="5229138" cy="4188850"/>
          </a:xfrm>
        </p:spPr>
        <p:txBody>
          <a:bodyPr/>
          <a:lstStyle>
            <a:lvl1pPr marL="0" indent="0">
              <a:buFontTx/>
              <a:buNone/>
              <a:defRPr lang="zh-CN" altLang="en-US" sz="2000" kern="1200" dirty="0">
                <a:solidFill>
                  <a:schemeClr val="tx1"/>
                </a:solidFill>
                <a:latin typeface="微软雅黑" panose="020B0503020204020204" pitchFamily="34" charset="-122"/>
                <a:ea typeface="微软雅黑" panose="020B0503020204020204" pitchFamily="34" charset="-122"/>
                <a:cs typeface="+mn-cs"/>
              </a:defRPr>
            </a:lvl1pPr>
            <a:lvl2pPr marL="457200" indent="0">
              <a:buFontTx/>
              <a:buNone/>
              <a:defRPr lang="zh-CN" altLang="en-US" sz="1600" kern="1200" dirty="0">
                <a:solidFill>
                  <a:schemeClr val="tx1"/>
                </a:solidFill>
                <a:latin typeface="微软雅黑" panose="020B0503020204020204" pitchFamily="34" charset="-122"/>
                <a:ea typeface="微软雅黑" panose="020B0503020204020204" pitchFamily="34" charset="-122"/>
                <a:cs typeface="+mn-cs"/>
              </a:defRPr>
            </a:lvl2pPr>
            <a:lvl3pPr marL="914400" indent="0">
              <a:buFontTx/>
              <a:buNone/>
              <a:defRPr baseline="0">
                <a:solidFill>
                  <a:schemeClr val="accent5">
                    <a:lumMod val="25000"/>
                  </a:schemeClr>
                </a:solidFill>
                <a:latin typeface="微软雅黑" panose="020B0503020204020204" pitchFamily="34" charset="-122"/>
              </a:defRPr>
            </a:lvl3pPr>
            <a:lvl4pPr marL="1371600" indent="0">
              <a:buFontTx/>
              <a:buNone/>
              <a:defRPr baseline="0">
                <a:solidFill>
                  <a:schemeClr val="accent5">
                    <a:lumMod val="25000"/>
                  </a:schemeClr>
                </a:solidFill>
                <a:latin typeface="微软雅黑" panose="020B0503020204020204" pitchFamily="34" charset="-122"/>
              </a:defRPr>
            </a:lvl4pPr>
            <a:lvl5pPr marL="1828800" indent="0">
              <a:buFontTx/>
              <a:buNone/>
              <a:defRPr baseline="0">
                <a:solidFill>
                  <a:schemeClr val="accent5">
                    <a:lumMod val="25000"/>
                  </a:schemeClr>
                </a:solidFill>
                <a:latin typeface="微软雅黑" panose="020B0503020204020204" pitchFamily="34" charset="-122"/>
              </a:defRPr>
            </a:lvl5pPr>
          </a:lstStyle>
          <a:p>
            <a:pPr lvl="0"/>
            <a:r>
              <a:rPr lang="en-US" altLang="zh-CN" dirty="0"/>
              <a:t>&lt;</a:t>
            </a:r>
            <a:r>
              <a:rPr lang="zh-CN" altLang="en-US" dirty="0"/>
              <a:t>一级文本</a:t>
            </a:r>
            <a:r>
              <a:rPr lang="en-US" altLang="zh-CN" dirty="0"/>
              <a:t>&gt;</a:t>
            </a:r>
            <a:endParaRPr lang="zh-CN" altLang="en-US" dirty="0"/>
          </a:p>
          <a:p>
            <a:pPr lvl="1"/>
            <a:r>
              <a:rPr lang="en-US" altLang="zh-CN" dirty="0"/>
              <a:t>&lt;</a:t>
            </a:r>
            <a:r>
              <a:rPr lang="zh-CN" altLang="en-US" dirty="0"/>
              <a:t>二级文本</a:t>
            </a:r>
            <a:r>
              <a:rPr lang="en-US" altLang="zh-CN" dirty="0"/>
              <a:t>&gt;</a:t>
            </a:r>
            <a:endParaRPr lang="zh-CN" altLang="en-US" dirty="0"/>
          </a:p>
        </p:txBody>
      </p:sp>
      <p:sp>
        <p:nvSpPr>
          <p:cNvPr id="11" name="TextBox 35"/>
          <p:cNvSpPr txBox="1">
            <a:spLocks noChangeArrowheads="1"/>
          </p:cNvSpPr>
          <p:nvPr/>
        </p:nvSpPr>
        <p:spPr bwMode="auto">
          <a:xfrm>
            <a:off x="666296" y="978175"/>
            <a:ext cx="1458837" cy="454745"/>
          </a:xfrm>
          <a:prstGeom prst="rect">
            <a:avLst/>
          </a:prstGeom>
          <a:solidFill>
            <a:srgbClr val="C0504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14" name="文本占位符 13"/>
          <p:cNvSpPr>
            <a:spLocks noGrp="1"/>
          </p:cNvSpPr>
          <p:nvPr>
            <p:ph type="body" sz="quarter" idx="13" hasCustomPrompt="1"/>
          </p:nvPr>
        </p:nvSpPr>
        <p:spPr>
          <a:xfrm>
            <a:off x="599184" y="978175"/>
            <a:ext cx="1598732" cy="454745"/>
          </a:xfrm>
        </p:spPr>
        <p:txBody>
          <a:bodyPr/>
          <a:lstStyle>
            <a:lvl1pPr marL="0" indent="0" algn="ctr">
              <a:buFontTx/>
              <a:buNone/>
              <a:defRPr lang="zh-CN" altLang="en-US" sz="2000" b="1" kern="1200" dirty="0" smtClean="0">
                <a:solidFill>
                  <a:srgbClr val="FFFFFF"/>
                </a:solidFill>
                <a:latin typeface="微软雅黑" panose="020B0503020204020204" pitchFamily="34" charset="-122"/>
                <a:ea typeface="微软雅黑" panose="020B0503020204020204" pitchFamily="34" charset="-122"/>
                <a:cs typeface="+mn-cs"/>
                <a:sym typeface="Arial" panose="020B06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&lt;</a:t>
            </a:r>
            <a:r>
              <a:rPr lang="zh-CN" altLang="en-US" dirty="0"/>
              <a:t>二级标题</a:t>
            </a:r>
            <a:r>
              <a:rPr lang="en-US" altLang="zh-CN" dirty="0"/>
              <a:t>&gt;</a:t>
            </a:r>
            <a:endParaRPr lang="zh-CN" altLang="en-US" dirty="0"/>
          </a:p>
        </p:txBody>
      </p:sp>
      <p:sp>
        <p:nvSpPr>
          <p:cNvPr id="4" name="文本占位符 3"/>
          <p:cNvSpPr>
            <a:spLocks noGrp="1"/>
          </p:cNvSpPr>
          <p:nvPr>
            <p:ph type="body" sz="quarter" idx="14" hasCustomPrompt="1"/>
          </p:nvPr>
        </p:nvSpPr>
        <p:spPr>
          <a:xfrm>
            <a:off x="666296" y="1491509"/>
            <a:ext cx="1917513" cy="338554"/>
          </a:xfrm>
        </p:spPr>
        <p:txBody>
          <a:bodyPr/>
          <a:lstStyle>
            <a:lvl1pPr marL="0" indent="0">
              <a:buFontTx/>
              <a:buNone/>
              <a:defRPr kumimoji="0" lang="zh-CN" altLang="en-US" sz="1600" b="1" i="0" u="none" strike="noStrike" kern="1200" cap="none" spc="0" normalizeH="0" baseline="0" dirty="0" smtClean="0">
                <a:ln>
                  <a:noFill/>
                </a:ln>
                <a:solidFill>
                  <a:srgbClr val="0070C0"/>
                </a:solidFill>
                <a:effectLst/>
                <a:uLnTx/>
                <a:uFillTx/>
                <a:latin typeface="微软雅黑" panose="020B0503020204020204" pitchFamily="34" charset="-122"/>
                <a:ea typeface="微软雅黑" panose="020B0503020204020204" pitchFamily="34" charset="-122"/>
                <a:cs typeface="+mn-cs"/>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&lt;</a:t>
            </a:r>
            <a:r>
              <a:rPr lang="zh-CN" altLang="en-US" dirty="0"/>
              <a:t>三级标题</a:t>
            </a:r>
            <a:r>
              <a:rPr lang="en-US" altLang="zh-CN" dirty="0"/>
              <a:t>&gt;</a:t>
            </a:r>
            <a:endParaRPr lang="zh-CN" altLang="en-US" dirty="0"/>
          </a:p>
        </p:txBody>
      </p:sp>
      <p:sp>
        <p:nvSpPr>
          <p:cNvPr id="5" name="日期占位符 4"/>
          <p:cNvSpPr>
            <a:spLocks noGrp="1"/>
          </p:cNvSpPr>
          <p:nvPr>
            <p:ph type="dt" sz="half" idx="15"/>
          </p:nvPr>
        </p:nvSpPr>
        <p:spPr/>
        <p:txBody>
          <a:bodyPr/>
          <a:lstStyle/>
          <a:p>
            <a:fld id="{20046AB2-54B8-4324-8D44-EC9FD66C023E}" type="datetimeFigureOut">
              <a:rPr lang="zh-CN" altLang="en-US" smtClean="0"/>
            </a:fld>
            <a:endParaRPr lang="zh-CN" altLang="en-US"/>
          </a:p>
        </p:txBody>
      </p:sp>
      <p:sp>
        <p:nvSpPr>
          <p:cNvPr id="7" name="页脚占位符 6"/>
          <p:cNvSpPr>
            <a:spLocks noGrp="1"/>
          </p:cNvSpPr>
          <p:nvPr>
            <p:ph type="ftr" sz="quarter" idx="16"/>
          </p:nvPr>
        </p:nvSpPr>
        <p:spPr/>
        <p:txBody>
          <a:bodyPr/>
          <a:lstStyle/>
          <a:p>
            <a:endParaRPr lang="zh-CN" altLang="en-US"/>
          </a:p>
        </p:txBody>
      </p:sp>
      <p:sp>
        <p:nvSpPr>
          <p:cNvPr id="8" name="灯片编号占位符 7"/>
          <p:cNvSpPr>
            <a:spLocks noGrp="1"/>
          </p:cNvSpPr>
          <p:nvPr>
            <p:ph type="sldNum" sz="quarter" idx="17"/>
          </p:nvPr>
        </p:nvSpPr>
        <p:spPr/>
        <p:txBody>
          <a:bodyPr/>
          <a:lstStyle/>
          <a:p>
            <a:fld id="{F044F660-533D-4F39-958A-95403B7B0398}" type="slidenum">
              <a:rPr lang="zh-CN" altLang="en-US" smtClean="0"/>
            </a:fld>
            <a:endParaRPr lang="zh-CN" altLang="en-US"/>
          </a:p>
        </p:txBody>
      </p:sp>
      <p:sp>
        <p:nvSpPr>
          <p:cNvPr id="10" name="内容占位符 2"/>
          <p:cNvSpPr>
            <a:spLocks noGrp="1"/>
          </p:cNvSpPr>
          <p:nvPr>
            <p:ph idx="18" hasCustomPrompt="1"/>
          </p:nvPr>
        </p:nvSpPr>
        <p:spPr>
          <a:xfrm>
            <a:off x="6353262" y="1946246"/>
            <a:ext cx="5229138" cy="4188850"/>
          </a:xfrm>
        </p:spPr>
        <p:txBody>
          <a:bodyPr/>
          <a:lstStyle>
            <a:lvl1pPr marL="0" indent="0">
              <a:buFontTx/>
              <a:buNone/>
              <a:defRPr lang="zh-CN" altLang="en-US" sz="2000" kern="1200" dirty="0">
                <a:solidFill>
                  <a:schemeClr val="tx1"/>
                </a:solidFill>
                <a:latin typeface="微软雅黑" panose="020B0503020204020204" pitchFamily="34" charset="-122"/>
                <a:ea typeface="微软雅黑" panose="020B0503020204020204" pitchFamily="34" charset="-122"/>
                <a:cs typeface="+mn-cs"/>
              </a:defRPr>
            </a:lvl1pPr>
            <a:lvl2pPr marL="457200" indent="0">
              <a:buFontTx/>
              <a:buNone/>
              <a:defRPr lang="zh-CN" altLang="en-US" sz="1600" kern="1200" dirty="0">
                <a:solidFill>
                  <a:schemeClr val="tx1"/>
                </a:solidFill>
                <a:latin typeface="微软雅黑" panose="020B0503020204020204" pitchFamily="34" charset="-122"/>
                <a:ea typeface="微软雅黑" panose="020B0503020204020204" pitchFamily="34" charset="-122"/>
                <a:cs typeface="+mn-cs"/>
              </a:defRPr>
            </a:lvl2pPr>
            <a:lvl3pPr marL="914400" indent="0">
              <a:buFontTx/>
              <a:buNone/>
              <a:defRPr baseline="0">
                <a:solidFill>
                  <a:schemeClr val="accent5">
                    <a:lumMod val="25000"/>
                  </a:schemeClr>
                </a:solidFill>
                <a:latin typeface="微软雅黑" panose="020B0503020204020204" pitchFamily="34" charset="-122"/>
              </a:defRPr>
            </a:lvl3pPr>
            <a:lvl4pPr marL="1371600" indent="0">
              <a:buFontTx/>
              <a:buNone/>
              <a:defRPr baseline="0">
                <a:solidFill>
                  <a:schemeClr val="accent5">
                    <a:lumMod val="25000"/>
                  </a:schemeClr>
                </a:solidFill>
                <a:latin typeface="微软雅黑" panose="020B0503020204020204" pitchFamily="34" charset="-122"/>
              </a:defRPr>
            </a:lvl4pPr>
            <a:lvl5pPr marL="1828800" indent="0">
              <a:buFontTx/>
              <a:buNone/>
              <a:defRPr baseline="0">
                <a:solidFill>
                  <a:schemeClr val="accent5">
                    <a:lumMod val="25000"/>
                  </a:schemeClr>
                </a:solidFill>
                <a:latin typeface="微软雅黑" panose="020B0503020204020204" pitchFamily="34" charset="-122"/>
              </a:defRPr>
            </a:lvl5pPr>
          </a:lstStyle>
          <a:p>
            <a:pPr lvl="0"/>
            <a:r>
              <a:rPr lang="en-US" altLang="zh-CN" dirty="0"/>
              <a:t>&lt;</a:t>
            </a:r>
            <a:r>
              <a:rPr lang="zh-CN" altLang="en-US" dirty="0"/>
              <a:t>一级文本</a:t>
            </a:r>
            <a:r>
              <a:rPr lang="en-US" altLang="zh-CN" dirty="0"/>
              <a:t>&gt;</a:t>
            </a:r>
            <a:endParaRPr lang="zh-CN" altLang="en-US" dirty="0"/>
          </a:p>
          <a:p>
            <a:pPr lvl="1"/>
            <a:r>
              <a:rPr lang="en-US" altLang="zh-CN" dirty="0"/>
              <a:t>&lt;</a:t>
            </a:r>
            <a:r>
              <a:rPr lang="zh-CN" altLang="en-US" dirty="0"/>
              <a:t>二级文本</a:t>
            </a:r>
            <a:r>
              <a:rPr lang="en-US" altLang="zh-CN" dirty="0"/>
              <a:t>&gt;</a:t>
            </a:r>
            <a:endParaRPr lang="zh-CN" altLang="en-US" dirty="0"/>
          </a:p>
        </p:txBody>
      </p:sp>
      <p:sp>
        <p:nvSpPr>
          <p:cNvPr id="12" name="文本占位符 3"/>
          <p:cNvSpPr>
            <a:spLocks noGrp="1"/>
          </p:cNvSpPr>
          <p:nvPr>
            <p:ph type="body" sz="quarter" idx="19" hasCustomPrompt="1"/>
          </p:nvPr>
        </p:nvSpPr>
        <p:spPr>
          <a:xfrm>
            <a:off x="6409958" y="1491509"/>
            <a:ext cx="1917513" cy="338554"/>
          </a:xfrm>
        </p:spPr>
        <p:txBody>
          <a:bodyPr/>
          <a:lstStyle>
            <a:lvl1pPr marL="0" indent="0">
              <a:buFontTx/>
              <a:buNone/>
              <a:defRPr kumimoji="0" lang="zh-CN" altLang="en-US" sz="1600" b="1" i="0" u="none" strike="noStrike" kern="1200" cap="none" spc="0" normalizeH="0" baseline="0" dirty="0" smtClean="0">
                <a:ln>
                  <a:noFill/>
                </a:ln>
                <a:solidFill>
                  <a:srgbClr val="0070C0"/>
                </a:solidFill>
                <a:effectLst/>
                <a:uLnTx/>
                <a:uFillTx/>
                <a:latin typeface="微软雅黑" panose="020B0503020204020204" pitchFamily="34" charset="-122"/>
                <a:ea typeface="微软雅黑" panose="020B0503020204020204" pitchFamily="34" charset="-122"/>
                <a:cs typeface="+mn-cs"/>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&lt;</a:t>
            </a:r>
            <a:r>
              <a:rPr lang="zh-CN" altLang="en-US" dirty="0"/>
              <a:t>三级标题</a:t>
            </a:r>
            <a:r>
              <a:rPr lang="en-US" altLang="zh-CN" dirty="0"/>
              <a:t>&gt;</a:t>
            </a:r>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kumimoji="1" lang="zh-CN" altLang="en-US" sz="2800" b="1" kern="1200" dirty="0">
                <a:solidFill>
                  <a:srgbClr val="002060"/>
                </a:solidFill>
                <a:latin typeface="微软雅黑" panose="020B0503020204020204" pitchFamily="34" charset="-122"/>
                <a:ea typeface="微软雅黑" panose="020B0503020204020204" pitchFamily="34" charset="-122"/>
                <a:cs typeface="Arial Unicode MS" pitchFamily="34" charset="-122"/>
                <a:sym typeface="Arial" panose="020B0604020202020204" pitchFamily="34" charset="0"/>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结束页">
    <p:spTree>
      <p:nvGrpSpPr>
        <p:cNvPr id="1" name=""/>
        <p:cNvGrpSpPr/>
        <p:nvPr/>
      </p:nvGrpSpPr>
      <p:grpSpPr>
        <a:xfrm>
          <a:off x="0" y="0"/>
          <a:ext cx="0" cy="0"/>
          <a:chOff x="0" y="0"/>
          <a:chExt cx="0" cy="0"/>
        </a:xfrm>
      </p:grpSpPr>
      <p:sp>
        <p:nvSpPr>
          <p:cNvPr id="5" name="矩形 4"/>
          <p:cNvSpPr/>
          <p:nvPr/>
        </p:nvSpPr>
        <p:spPr>
          <a:xfrm>
            <a:off x="3515984" y="2921168"/>
            <a:ext cx="5418466" cy="1015663"/>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6000" b="1" i="0" u="none" strike="noStrike" kern="0" cap="none" spc="0" normalizeH="0" baseline="0" noProof="0" dirty="0">
                <a:ln>
                  <a:noFill/>
                </a:ln>
                <a:solidFill>
                  <a:srgbClr val="D0DFF0">
                    <a:lumMod val="50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 敬请批评指正！</a:t>
            </a:r>
            <a:endParaRPr kumimoji="0" lang="zh-CN" altLang="en-US" sz="2800" b="0" i="0" u="none" strike="noStrike" kern="0" cap="none" spc="0" normalizeH="0" baseline="0" noProof="0" dirty="0">
              <a:ln>
                <a:noFill/>
              </a:ln>
              <a:solidFill>
                <a:sysClr val="windowText" lastClr="000000"/>
              </a:solidFill>
              <a:effectLst/>
              <a:uLnTx/>
              <a:uFillTx/>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fld id="{20046AB2-54B8-4324-8D44-EC9FD66C023E}" type="datetimeFigureOut">
              <a:rPr lang="zh-CN" altLang="en-US" smtClean="0"/>
            </a:fld>
            <a:endParaRPr lang="zh-CN" altLang="en-US"/>
          </a:p>
        </p:txBody>
      </p:sp>
      <p:sp>
        <p:nvSpPr>
          <p:cNvPr id="3" name="Rectangle 5"/>
          <p:cNvSpPr>
            <a:spLocks noGrp="1" noChangeArrowheads="1"/>
          </p:cNvSpPr>
          <p:nvPr>
            <p:ph type="ftr" sz="quarter" idx="11"/>
          </p:nvPr>
        </p:nvSpPr>
        <p:spPr/>
        <p:txBody>
          <a:bodyPr/>
          <a:lstStyle>
            <a:lvl1pPr>
              <a:defRPr/>
            </a:lvl1pPr>
          </a:lstStyle>
          <a:p>
            <a:endParaRPr lang="zh-CN" altLang="en-US"/>
          </a:p>
        </p:txBody>
      </p:sp>
      <p:sp>
        <p:nvSpPr>
          <p:cNvPr id="4" name="Rectangle 6"/>
          <p:cNvSpPr>
            <a:spLocks noGrp="1" noChangeArrowheads="1"/>
          </p:cNvSpPr>
          <p:nvPr>
            <p:ph type="sldNum" sz="quarter" idx="12"/>
          </p:nvPr>
        </p:nvSpPr>
        <p:spPr/>
        <p:txBody>
          <a:bodyPr/>
          <a:lstStyle>
            <a:lvl1pPr>
              <a:defRPr/>
            </a:lvl1pPr>
          </a:lstStyle>
          <a:p>
            <a:fld id="{F044F660-533D-4F39-958A-95403B7B0398}"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3" Type="http://schemas.openxmlformats.org/officeDocument/2006/relationships/theme" Target="../theme/theme1.xml"/><Relationship Id="rId22" Type="http://schemas.openxmlformats.org/officeDocument/2006/relationships/image" Target="../media/image4.png"/><Relationship Id="rId21" Type="http://schemas.openxmlformats.org/officeDocument/2006/relationships/image" Target="../media/image3.png"/><Relationship Id="rId20" Type="http://schemas.openxmlformats.org/officeDocument/2006/relationships/image" Target="../media/image2.png"/><Relationship Id="rId2" Type="http://schemas.openxmlformats.org/officeDocument/2006/relationships/slideLayout" Target="../slideLayouts/slideLayout2.xml"/><Relationship Id="rId19" Type="http://schemas.openxmlformats.org/officeDocument/2006/relationships/image" Target="../media/image1.png"/><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7.xml"/><Relationship Id="rId8" Type="http://schemas.openxmlformats.org/officeDocument/2006/relationships/slideLayout" Target="../slideLayouts/slideLayout26.xml"/><Relationship Id="rId7" Type="http://schemas.openxmlformats.org/officeDocument/2006/relationships/slideLayout" Target="../slideLayouts/slideLayout25.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3" Type="http://schemas.openxmlformats.org/officeDocument/2006/relationships/slideLayout" Target="../slideLayouts/slideLayout21.xml"/><Relationship Id="rId2" Type="http://schemas.openxmlformats.org/officeDocument/2006/relationships/slideLayout" Target="../slideLayouts/slideLayout20.xml"/><Relationship Id="rId17" Type="http://schemas.openxmlformats.org/officeDocument/2006/relationships/theme" Target="../theme/theme2.xml"/><Relationship Id="rId16" Type="http://schemas.openxmlformats.org/officeDocument/2006/relationships/image" Target="../media/image4.png"/><Relationship Id="rId15" Type="http://schemas.openxmlformats.org/officeDocument/2006/relationships/image" Target="../media/image3.png"/><Relationship Id="rId14" Type="http://schemas.openxmlformats.org/officeDocument/2006/relationships/image" Target="../media/image2.png"/><Relationship Id="rId13" Type="http://schemas.openxmlformats.org/officeDocument/2006/relationships/image" Target="../media/image1.png"/><Relationship Id="rId12" Type="http://schemas.openxmlformats.org/officeDocument/2006/relationships/slideLayout" Target="../slideLayouts/slideLayout30.xml"/><Relationship Id="rId11" Type="http://schemas.openxmlformats.org/officeDocument/2006/relationships/slideLayout" Target="../slideLayouts/slideLayout29.xml"/><Relationship Id="rId10" Type="http://schemas.openxmlformats.org/officeDocument/2006/relationships/slideLayout" Target="../slideLayouts/slideLayout28.xml"/><Relationship Id="rId1"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sym typeface="Arial" panose="020B0604020202020204" pitchFamily="34" charset="0"/>
              </a:rPr>
              <a:t>单击此处编辑母版标题样式</a:t>
            </a:r>
            <a:endParaRPr lang="zh-CN" altLang="zh-CN">
              <a:sym typeface="Arial" panose="020B0604020202020204" pitchFamily="34" charset="0"/>
            </a:endParaRP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dirty="0">
                <a:sym typeface="Arial" panose="020B0604020202020204" pitchFamily="34" charset="0"/>
              </a:rPr>
              <a:t>单击此处编辑母版文本样式</a:t>
            </a:r>
            <a:endParaRPr lang="zh-CN" altLang="zh-CN" dirty="0">
              <a:sym typeface="Arial" panose="020B0604020202020204" pitchFamily="34" charset="0"/>
            </a:endParaRPr>
          </a:p>
          <a:p>
            <a:pPr lvl="1"/>
            <a:r>
              <a:rPr lang="zh-CN" altLang="zh-CN" dirty="0">
                <a:sym typeface="Arial" panose="020B0604020202020204" pitchFamily="34" charset="0"/>
              </a:rPr>
              <a:t>第二级</a:t>
            </a:r>
            <a:endParaRPr lang="zh-CN" altLang="zh-CN" dirty="0">
              <a:sym typeface="Arial" panose="020B0604020202020204" pitchFamily="34" charset="0"/>
            </a:endParaRPr>
          </a:p>
          <a:p>
            <a:pPr lvl="2"/>
            <a:r>
              <a:rPr lang="zh-CN" altLang="zh-CN" dirty="0">
                <a:sym typeface="Arial" panose="020B0604020202020204" pitchFamily="34" charset="0"/>
              </a:rPr>
              <a:t>第三级</a:t>
            </a:r>
            <a:endParaRPr lang="zh-CN" altLang="zh-CN" dirty="0">
              <a:sym typeface="Arial" panose="020B0604020202020204" pitchFamily="34" charset="0"/>
            </a:endParaRPr>
          </a:p>
          <a:p>
            <a:pPr lvl="3"/>
            <a:r>
              <a:rPr lang="zh-CN" altLang="zh-CN" dirty="0">
                <a:sym typeface="Arial" panose="020B0604020202020204" pitchFamily="34" charset="0"/>
              </a:rPr>
              <a:t>第四级</a:t>
            </a:r>
            <a:endParaRPr lang="zh-CN" altLang="zh-CN" dirty="0">
              <a:sym typeface="Arial" panose="020B0604020202020204" pitchFamily="34" charset="0"/>
            </a:endParaRPr>
          </a:p>
          <a:p>
            <a:pPr lvl="4"/>
            <a:r>
              <a:rPr lang="zh-CN" altLang="zh-CN" dirty="0">
                <a:sym typeface="Arial" panose="020B0604020202020204" pitchFamily="34" charset="0"/>
              </a:rPr>
              <a:t>第五级</a:t>
            </a:r>
            <a:endParaRPr lang="zh-CN" altLang="zh-CN" dirty="0">
              <a:sym typeface="Arial" panose="020B0604020202020204" pitchFamily="34" charset="0"/>
            </a:endParaRPr>
          </a:p>
        </p:txBody>
      </p:sp>
      <p:sp>
        <p:nvSpPr>
          <p:cNvPr id="1028" name="Rectangle 4"/>
          <p:cNvSpPr>
            <a:spLocks noGrp="1" noChangeArrowheads="1"/>
          </p:cNvSpPr>
          <p:nvPr>
            <p:ph type="dt" sz="half" idx="2"/>
          </p:nvPr>
        </p:nvSpPr>
        <p:spPr bwMode="auto">
          <a:xfrm>
            <a:off x="609600" y="6245225"/>
            <a:ext cx="2844800" cy="476250"/>
          </a:xfrm>
          <a:prstGeom prst="rect">
            <a:avLst/>
          </a:prstGeom>
          <a:noFill/>
          <a:ln>
            <a:noFill/>
          </a:ln>
        </p:spPr>
        <p:txBody>
          <a:bodyPr vert="horz" wrap="square" lIns="91440" tIns="45720" rIns="91440" bIns="45720" numCol="1" anchor="t" anchorCtr="0" compatLnSpc="1"/>
          <a:lstStyle>
            <a:lvl1pPr eaLnBrk="1" hangingPunct="1">
              <a:buFont typeface="Arial" panose="020B0604020202020204" pitchFamily="34" charset="0"/>
              <a:buNone/>
              <a:defRPr sz="1400">
                <a:latin typeface="Arial" panose="020B0604020202020204" pitchFamily="34" charset="0"/>
              </a:defRPr>
            </a:lvl1pPr>
          </a:lstStyle>
          <a:p>
            <a:pPr>
              <a:defRPr/>
            </a:pPr>
            <a:fld id="{951536BF-8A02-4AEC-AD29-E1D69A5B2734}" type="datetime1">
              <a:rPr lang="zh-CN" altLang="en-US" smtClean="0"/>
            </a:fld>
            <a:endParaRPr lang="en-US" altLang="zh-CN" sz="1800"/>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a:noFill/>
          </a:ln>
        </p:spPr>
        <p:txBody>
          <a:bodyPr vert="horz" wrap="square" lIns="91440" tIns="45720" rIns="91440" bIns="45720" numCol="1" anchor="t" anchorCtr="0" compatLnSpc="1"/>
          <a:lstStyle>
            <a:lvl1pPr algn="ctr" eaLnBrk="1" hangingPunct="1">
              <a:buFont typeface="Arial" panose="020B0604020202020204" pitchFamily="34" charset="0"/>
              <a:buNone/>
              <a:defRPr sz="1400">
                <a:latin typeface="Arial" panose="020B0604020202020204" pitchFamily="34" charset="0"/>
              </a:defRPr>
            </a:lvl1pPr>
          </a:lstStyle>
          <a:p>
            <a:pPr>
              <a:defRPr/>
            </a:pPr>
            <a:endParaRPr lang="zh-CN" altLang="zh-CN"/>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a:noFill/>
          </a:ln>
        </p:spPr>
        <p:txBody>
          <a:bodyPr vert="horz" wrap="square" lIns="91440" tIns="45720" rIns="91440" bIns="45720" numCol="1" anchor="t" anchorCtr="0" compatLnSpc="1"/>
          <a:lstStyle>
            <a:lvl1pPr algn="r" eaLnBrk="1" hangingPunct="1">
              <a:buFont typeface="Arial" panose="020B0604020202020204" pitchFamily="34" charset="0"/>
              <a:buNone/>
              <a:defRPr sz="1400"/>
            </a:lvl1pPr>
          </a:lstStyle>
          <a:p>
            <a:pPr>
              <a:defRPr/>
            </a:pPr>
            <a:fld id="{C32AF5BB-4640-4834-A9F6-E1E43A76A632}" type="slidenum">
              <a:rPr lang="zh-CN" altLang="en-US" smtClean="0"/>
            </a:fld>
            <a:endParaRPr lang="en-US" altLang="zh-CN"/>
          </a:p>
        </p:txBody>
      </p:sp>
      <p:pic>
        <p:nvPicPr>
          <p:cNvPr id="9" name="Picture 2" descr="C:\Users\Administrator\Desktop\QQ截图20160516104337.png"/>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组合 4"/>
          <p:cNvGrpSpPr/>
          <p:nvPr/>
        </p:nvGrpSpPr>
        <p:grpSpPr bwMode="auto">
          <a:xfrm>
            <a:off x="739775" y="55970"/>
            <a:ext cx="2109788" cy="565150"/>
            <a:chOff x="7092950" y="31750"/>
            <a:chExt cx="1582738" cy="423863"/>
          </a:xfrm>
        </p:grpSpPr>
        <p:pic>
          <p:nvPicPr>
            <p:cNvPr id="11" name="Picture 3" descr="E:\1-于志斌\4-学校PPT\3-学校校徽\西电校徽\西电校徽白红版.png"/>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092950" y="31750"/>
              <a:ext cx="395684"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4" descr="C:\Users\Administrator\Desktop\西安电子科技大学白色_副本.png"/>
            <p:cNvPicPr>
              <a:picLocks noChangeAspect="1" noChangeArrowheads="1"/>
            </p:cNvPicPr>
            <p:nvPr/>
          </p:nvPicPr>
          <p:blipFill>
            <a:blip r:embed="rId21">
              <a:extLst>
                <a:ext uri="{28A0092B-C50C-407E-A947-70E740481C1C}">
                  <a14:useLocalDpi xmlns:a14="http://schemas.microsoft.com/office/drawing/2010/main" val="0"/>
                </a:ext>
              </a:extLst>
            </a:blip>
            <a:srcRect l="27271"/>
            <a:stretch>
              <a:fillRect/>
            </a:stretch>
          </p:blipFill>
          <p:spPr bwMode="auto">
            <a:xfrm>
              <a:off x="7547222" y="31750"/>
              <a:ext cx="1128466" cy="393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3" name="矩形 12"/>
          <p:cNvSpPr/>
          <p:nvPr/>
        </p:nvSpPr>
        <p:spPr>
          <a:xfrm>
            <a:off x="11952288" y="0"/>
            <a:ext cx="239712" cy="649288"/>
          </a:xfrm>
          <a:prstGeom prst="rect">
            <a:avLst/>
          </a:prstGeom>
          <a:solidFill>
            <a:srgbClr val="33669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14" name="矩形 13"/>
          <p:cNvSpPr/>
          <p:nvPr/>
        </p:nvSpPr>
        <p:spPr>
          <a:xfrm>
            <a:off x="11826876" y="0"/>
            <a:ext cx="85725" cy="649288"/>
          </a:xfrm>
          <a:prstGeom prst="rect">
            <a:avLst/>
          </a:prstGeom>
          <a:solidFill>
            <a:srgbClr val="33669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15" name="矩形 14"/>
          <p:cNvSpPr/>
          <p:nvPr/>
        </p:nvSpPr>
        <p:spPr>
          <a:xfrm>
            <a:off x="3049588" y="6"/>
            <a:ext cx="8737600" cy="646113"/>
          </a:xfrm>
          <a:prstGeom prst="rect">
            <a:avLst/>
          </a:prstGeom>
          <a:solidFill>
            <a:srgbClr val="33669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pic>
        <p:nvPicPr>
          <p:cNvPr id="16" name="图片 10"/>
          <p:cNvPicPr>
            <a:picLocks noChangeAspect="1"/>
          </p:cNvPicPr>
          <p:nvPr/>
        </p:nvPicPr>
        <p:blipFill>
          <a:blip r:embed="rId22">
            <a:biLevel thresh="50000"/>
            <a:grayscl/>
            <a:extLst>
              <a:ext uri="{28A0092B-C50C-407E-A947-70E740481C1C}">
                <a14:useLocalDpi xmlns:a14="http://schemas.microsoft.com/office/drawing/2010/main" val="0"/>
              </a:ext>
            </a:extLst>
          </a:blip>
          <a:srcRect/>
          <a:stretch>
            <a:fillRect/>
          </a:stretch>
        </p:blipFill>
        <p:spPr bwMode="auto">
          <a:xfrm>
            <a:off x="3165477" y="7938"/>
            <a:ext cx="871539"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矩形 16"/>
          <p:cNvSpPr/>
          <p:nvPr/>
        </p:nvSpPr>
        <p:spPr>
          <a:xfrm>
            <a:off x="0" y="1594"/>
            <a:ext cx="623888" cy="96837"/>
          </a:xfrm>
          <a:prstGeom prst="rect">
            <a:avLst/>
          </a:prstGeom>
          <a:solidFill>
            <a:srgbClr val="336699"/>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a:defRPr/>
            </a:pPr>
            <a:endParaRPr lang="zh-CN" altLang="en-US" sz="1800"/>
          </a:p>
        </p:txBody>
      </p:sp>
      <p:sp>
        <p:nvSpPr>
          <p:cNvPr id="18" name="矩形 17"/>
          <p:cNvSpPr/>
          <p:nvPr/>
        </p:nvSpPr>
        <p:spPr>
          <a:xfrm>
            <a:off x="0" y="136525"/>
            <a:ext cx="623888" cy="96838"/>
          </a:xfrm>
          <a:prstGeom prst="rect">
            <a:avLst/>
          </a:prstGeom>
          <a:solidFill>
            <a:srgbClr val="336699"/>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a:defRPr/>
            </a:pPr>
            <a:endParaRPr lang="zh-CN" altLang="en-US" sz="1800"/>
          </a:p>
        </p:txBody>
      </p:sp>
      <p:sp>
        <p:nvSpPr>
          <p:cNvPr id="19" name="矩形 18"/>
          <p:cNvSpPr/>
          <p:nvPr/>
        </p:nvSpPr>
        <p:spPr>
          <a:xfrm>
            <a:off x="0" y="273050"/>
            <a:ext cx="623888" cy="96838"/>
          </a:xfrm>
          <a:prstGeom prst="rect">
            <a:avLst/>
          </a:prstGeom>
          <a:solidFill>
            <a:srgbClr val="336699"/>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a:defRPr/>
            </a:pPr>
            <a:endParaRPr lang="zh-CN" altLang="en-US" sz="1800"/>
          </a:p>
        </p:txBody>
      </p:sp>
      <p:sp>
        <p:nvSpPr>
          <p:cNvPr id="20" name="矩形 19"/>
          <p:cNvSpPr/>
          <p:nvPr/>
        </p:nvSpPr>
        <p:spPr>
          <a:xfrm>
            <a:off x="0" y="411163"/>
            <a:ext cx="623888" cy="95250"/>
          </a:xfrm>
          <a:prstGeom prst="rect">
            <a:avLst/>
          </a:prstGeom>
          <a:solidFill>
            <a:srgbClr val="336699"/>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a:defRPr/>
            </a:pPr>
            <a:endParaRPr lang="zh-CN" altLang="en-US" sz="1800"/>
          </a:p>
        </p:txBody>
      </p:sp>
      <p:sp>
        <p:nvSpPr>
          <p:cNvPr id="21" name="矩形 20"/>
          <p:cNvSpPr/>
          <p:nvPr/>
        </p:nvSpPr>
        <p:spPr>
          <a:xfrm>
            <a:off x="0" y="547688"/>
            <a:ext cx="623888" cy="95250"/>
          </a:xfrm>
          <a:prstGeom prst="rect">
            <a:avLst/>
          </a:prstGeom>
          <a:solidFill>
            <a:srgbClr val="336699"/>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a:defRPr/>
            </a:pPr>
            <a:endParaRPr lang="zh-CN" altLang="en-US" sz="1800"/>
          </a:p>
        </p:txBody>
      </p:sp>
      <p:pic>
        <p:nvPicPr>
          <p:cNvPr id="22" name="Picture 2" descr="C:\Users\Administrator\Desktop\QQ截图20160516104337.png"/>
          <p:cNvPicPr>
            <a:picLocks noChangeAspect="1" noChangeArrowheads="1"/>
          </p:cNvPicPr>
          <p:nvPr userDrawn="1"/>
        </p:nvPicPr>
        <p:blipFill>
          <a:blip r:embed="rId19">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 name="组合 4"/>
          <p:cNvGrpSpPr/>
          <p:nvPr userDrawn="1"/>
        </p:nvGrpSpPr>
        <p:grpSpPr bwMode="auto">
          <a:xfrm>
            <a:off x="739775" y="55970"/>
            <a:ext cx="2109788" cy="565150"/>
            <a:chOff x="7092950" y="31750"/>
            <a:chExt cx="1582738" cy="423863"/>
          </a:xfrm>
        </p:grpSpPr>
        <p:pic>
          <p:nvPicPr>
            <p:cNvPr id="24" name="Picture 3" descr="E:\1-于志斌\4-学校PPT\3-学校校徽\西电校徽\西电校徽白红版.png"/>
            <p:cNvPicPr>
              <a:picLocks noChangeAspect="1" noChangeArrowheads="1"/>
            </p:cNvPicPr>
            <p:nvPr userDrawn="1"/>
          </p:nvPicPr>
          <p:blipFill>
            <a:blip r:embed="rId20">
              <a:extLst>
                <a:ext uri="{28A0092B-C50C-407E-A947-70E740481C1C}">
                  <a14:useLocalDpi xmlns:a14="http://schemas.microsoft.com/office/drawing/2010/main" val="0"/>
                </a:ext>
              </a:extLst>
            </a:blip>
            <a:srcRect/>
            <a:stretch>
              <a:fillRect/>
            </a:stretch>
          </p:blipFill>
          <p:spPr bwMode="auto">
            <a:xfrm>
              <a:off x="7092950" y="31750"/>
              <a:ext cx="395684"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4" descr="C:\Users\Administrator\Desktop\西安电子科技大学白色_副本.png"/>
            <p:cNvPicPr>
              <a:picLocks noChangeAspect="1" noChangeArrowheads="1"/>
            </p:cNvPicPr>
            <p:nvPr userDrawn="1"/>
          </p:nvPicPr>
          <p:blipFill>
            <a:blip r:embed="rId21">
              <a:extLst>
                <a:ext uri="{28A0092B-C50C-407E-A947-70E740481C1C}">
                  <a14:useLocalDpi xmlns:a14="http://schemas.microsoft.com/office/drawing/2010/main" val="0"/>
                </a:ext>
              </a:extLst>
            </a:blip>
            <a:srcRect l="27271"/>
            <a:stretch>
              <a:fillRect/>
            </a:stretch>
          </p:blipFill>
          <p:spPr bwMode="auto">
            <a:xfrm>
              <a:off x="7547222" y="31750"/>
              <a:ext cx="1128466" cy="393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6" name="矩形 25"/>
          <p:cNvSpPr/>
          <p:nvPr userDrawn="1"/>
        </p:nvSpPr>
        <p:spPr>
          <a:xfrm>
            <a:off x="11952288" y="0"/>
            <a:ext cx="239712" cy="649288"/>
          </a:xfrm>
          <a:prstGeom prst="rect">
            <a:avLst/>
          </a:prstGeom>
          <a:solidFill>
            <a:srgbClr val="33669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27" name="矩形 26"/>
          <p:cNvSpPr/>
          <p:nvPr userDrawn="1"/>
        </p:nvSpPr>
        <p:spPr>
          <a:xfrm>
            <a:off x="11826876" y="0"/>
            <a:ext cx="85725" cy="649288"/>
          </a:xfrm>
          <a:prstGeom prst="rect">
            <a:avLst/>
          </a:prstGeom>
          <a:solidFill>
            <a:srgbClr val="33669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28" name="矩形 27"/>
          <p:cNvSpPr/>
          <p:nvPr userDrawn="1"/>
        </p:nvSpPr>
        <p:spPr>
          <a:xfrm>
            <a:off x="3049588" y="6"/>
            <a:ext cx="8737600" cy="646113"/>
          </a:xfrm>
          <a:prstGeom prst="rect">
            <a:avLst/>
          </a:prstGeom>
          <a:solidFill>
            <a:srgbClr val="33669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pic>
        <p:nvPicPr>
          <p:cNvPr id="29" name="图片 10"/>
          <p:cNvPicPr>
            <a:picLocks noChangeAspect="1"/>
          </p:cNvPicPr>
          <p:nvPr userDrawn="1"/>
        </p:nvPicPr>
        <p:blipFill>
          <a:blip r:embed="rId22">
            <a:biLevel thresh="50000"/>
            <a:grayscl/>
            <a:extLst>
              <a:ext uri="{28A0092B-C50C-407E-A947-70E740481C1C}">
                <a14:useLocalDpi xmlns:a14="http://schemas.microsoft.com/office/drawing/2010/main" val="0"/>
              </a:ext>
            </a:extLst>
          </a:blip>
          <a:srcRect/>
          <a:stretch>
            <a:fillRect/>
          </a:stretch>
        </p:blipFill>
        <p:spPr bwMode="auto">
          <a:xfrm>
            <a:off x="3165477" y="7938"/>
            <a:ext cx="871539"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矩形 29"/>
          <p:cNvSpPr/>
          <p:nvPr userDrawn="1"/>
        </p:nvSpPr>
        <p:spPr>
          <a:xfrm>
            <a:off x="0" y="1594"/>
            <a:ext cx="623888" cy="96837"/>
          </a:xfrm>
          <a:prstGeom prst="rect">
            <a:avLst/>
          </a:prstGeom>
          <a:solidFill>
            <a:srgbClr val="336699"/>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a:defRPr/>
            </a:pPr>
            <a:endParaRPr lang="zh-CN" altLang="en-US" sz="1800"/>
          </a:p>
        </p:txBody>
      </p:sp>
      <p:sp>
        <p:nvSpPr>
          <p:cNvPr id="31" name="矩形 30"/>
          <p:cNvSpPr/>
          <p:nvPr userDrawn="1"/>
        </p:nvSpPr>
        <p:spPr>
          <a:xfrm>
            <a:off x="0" y="136525"/>
            <a:ext cx="623888" cy="96838"/>
          </a:xfrm>
          <a:prstGeom prst="rect">
            <a:avLst/>
          </a:prstGeom>
          <a:solidFill>
            <a:srgbClr val="336699"/>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a:defRPr/>
            </a:pPr>
            <a:endParaRPr lang="zh-CN" altLang="en-US" sz="1800"/>
          </a:p>
        </p:txBody>
      </p:sp>
      <p:sp>
        <p:nvSpPr>
          <p:cNvPr id="32" name="矩形 31"/>
          <p:cNvSpPr/>
          <p:nvPr userDrawn="1"/>
        </p:nvSpPr>
        <p:spPr>
          <a:xfrm>
            <a:off x="0" y="273050"/>
            <a:ext cx="623888" cy="96838"/>
          </a:xfrm>
          <a:prstGeom prst="rect">
            <a:avLst/>
          </a:prstGeom>
          <a:solidFill>
            <a:srgbClr val="336699"/>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a:defRPr/>
            </a:pPr>
            <a:endParaRPr lang="zh-CN" altLang="en-US" sz="1800"/>
          </a:p>
        </p:txBody>
      </p:sp>
      <p:sp>
        <p:nvSpPr>
          <p:cNvPr id="33" name="矩形 32"/>
          <p:cNvSpPr/>
          <p:nvPr userDrawn="1"/>
        </p:nvSpPr>
        <p:spPr>
          <a:xfrm>
            <a:off x="0" y="411163"/>
            <a:ext cx="623888" cy="95250"/>
          </a:xfrm>
          <a:prstGeom prst="rect">
            <a:avLst/>
          </a:prstGeom>
          <a:solidFill>
            <a:srgbClr val="336699"/>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a:defRPr/>
            </a:pPr>
            <a:endParaRPr lang="zh-CN" altLang="en-US" sz="1800"/>
          </a:p>
        </p:txBody>
      </p:sp>
      <p:sp>
        <p:nvSpPr>
          <p:cNvPr id="34" name="矩形 33"/>
          <p:cNvSpPr/>
          <p:nvPr userDrawn="1"/>
        </p:nvSpPr>
        <p:spPr>
          <a:xfrm>
            <a:off x="0" y="547688"/>
            <a:ext cx="623888" cy="95250"/>
          </a:xfrm>
          <a:prstGeom prst="rect">
            <a:avLst/>
          </a:prstGeom>
          <a:solidFill>
            <a:srgbClr val="336699"/>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a:defRPr/>
            </a:pPr>
            <a:endParaRPr lang="zh-CN" altLang="en-US" sz="18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sldNum="0" hdr="0" ftr="0"/>
  <p:txStyles>
    <p:titleStyle>
      <a:lvl1pPr algn="ctr" rtl="0" eaLnBrk="1" fontAlgn="base" hangingPunct="1">
        <a:spcBef>
          <a:spcPct val="0"/>
        </a:spcBef>
        <a:spcAft>
          <a:spcPct val="0"/>
        </a:spcAft>
        <a:defRPr sz="4400">
          <a:solidFill>
            <a:schemeClr val="tx2"/>
          </a:solidFill>
          <a:latin typeface="+mj-lt"/>
          <a:ea typeface="+mj-ea"/>
          <a:cs typeface="+mj-cs"/>
          <a:sym typeface="Arial" panose="020B0604020202020204" pitchFamily="34" charset="0"/>
        </a:defRPr>
      </a:lvl1pPr>
      <a:lvl2pPr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sym typeface="Arial" panose="020B0604020202020204" pitchFamily="34" charset="0"/>
        </a:defRPr>
      </a:lvl2pPr>
      <a:lvl3pPr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sym typeface="Arial" panose="020B0604020202020204" pitchFamily="34" charset="0"/>
        </a:defRPr>
      </a:lvl3pPr>
      <a:lvl4pPr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sym typeface="Arial" panose="020B0604020202020204" pitchFamily="34" charset="0"/>
        </a:defRPr>
      </a:lvl4pPr>
      <a:lvl5pPr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sym typeface="Arial" panose="020B0604020202020204" pitchFamily="34" charset="0"/>
        </a:defRPr>
      </a:lvl9pPr>
    </p:titleStyle>
    <p:bodyStyle>
      <a:lvl1pPr marL="342900" indent="-342900" algn="l" defTabSz="0" rtl="0" eaLnBrk="1" fontAlgn="base" hangingPunct="1">
        <a:spcBef>
          <a:spcPct val="20000"/>
        </a:spcBef>
        <a:spcAft>
          <a:spcPct val="0"/>
        </a:spcAft>
        <a:buChar char="•"/>
        <a:defRPr sz="3200">
          <a:solidFill>
            <a:schemeClr val="tx1"/>
          </a:solidFill>
          <a:latin typeface="+mn-lt"/>
          <a:ea typeface="+mn-ea"/>
          <a:cs typeface="+mn-cs"/>
          <a:sym typeface="Arial" panose="020B0604020202020204" pitchFamily="34" charset="0"/>
        </a:defRPr>
      </a:lvl1pPr>
      <a:lvl2pPr marL="742950" indent="-285750" algn="l" defTabSz="0" rtl="0" eaLnBrk="1" fontAlgn="base" hangingPunct="1">
        <a:spcBef>
          <a:spcPct val="20000"/>
        </a:spcBef>
        <a:spcAft>
          <a:spcPct val="0"/>
        </a:spcAft>
        <a:buChar char="–"/>
        <a:defRPr sz="2800">
          <a:solidFill>
            <a:schemeClr val="tx1"/>
          </a:solidFill>
          <a:latin typeface="+mn-lt"/>
          <a:ea typeface="+mn-ea"/>
          <a:sym typeface="Arial" panose="020B0604020202020204" pitchFamily="34" charset="0"/>
        </a:defRPr>
      </a:lvl2pPr>
      <a:lvl3pPr marL="1143000" indent="-228600" algn="l" defTabSz="0" rtl="0" eaLnBrk="1" fontAlgn="base" hangingPunct="1">
        <a:spcBef>
          <a:spcPct val="20000"/>
        </a:spcBef>
        <a:spcAft>
          <a:spcPct val="0"/>
        </a:spcAft>
        <a:buChar char="•"/>
        <a:defRPr sz="2400">
          <a:solidFill>
            <a:schemeClr val="tx1"/>
          </a:solidFill>
          <a:latin typeface="+mn-lt"/>
          <a:ea typeface="+mn-ea"/>
          <a:sym typeface="Arial" panose="020B0604020202020204" pitchFamily="34" charset="0"/>
        </a:defRPr>
      </a:lvl3pPr>
      <a:lvl4pPr marL="1600200" indent="-228600" algn="l" defTabSz="0" rtl="0" eaLnBrk="1" fontAlgn="base" hangingPunct="1">
        <a:spcBef>
          <a:spcPct val="20000"/>
        </a:spcBef>
        <a:spcAft>
          <a:spcPct val="0"/>
        </a:spcAft>
        <a:buChar char="–"/>
        <a:defRPr sz="2000">
          <a:solidFill>
            <a:schemeClr val="tx1"/>
          </a:solidFill>
          <a:latin typeface="+mn-lt"/>
          <a:ea typeface="+mn-ea"/>
          <a:sym typeface="Arial" panose="020B0604020202020204" pitchFamily="34" charset="0"/>
        </a:defRPr>
      </a:lvl4pPr>
      <a:lvl5pPr marL="2057400" indent="-228600" algn="l" defTabSz="0" rtl="0" eaLnBrk="1" fontAlgn="base" hangingPunct="1">
        <a:spcBef>
          <a:spcPct val="20000"/>
        </a:spcBef>
        <a:spcAft>
          <a:spcPct val="0"/>
        </a:spcAft>
        <a:buChar char="»"/>
        <a:defRPr sz="2000">
          <a:solidFill>
            <a:schemeClr val="tx1"/>
          </a:solidFill>
          <a:latin typeface="+mn-lt"/>
          <a:ea typeface="+mn-ea"/>
          <a:sym typeface="Arial" panose="020B0604020202020204" pitchFamily="34" charset="0"/>
        </a:defRPr>
      </a:lvl5pPr>
      <a:lvl6pPr marL="2514600" indent="-228600" algn="l" defTabSz="0" rtl="0" eaLnBrk="1" fontAlgn="base" hangingPunct="1">
        <a:spcBef>
          <a:spcPct val="20000"/>
        </a:spcBef>
        <a:spcAft>
          <a:spcPct val="0"/>
        </a:spcAft>
        <a:buChar char="»"/>
        <a:defRPr sz="2000">
          <a:solidFill>
            <a:schemeClr val="tx1"/>
          </a:solidFill>
          <a:latin typeface="+mn-lt"/>
          <a:ea typeface="+mn-ea"/>
          <a:sym typeface="Arial" panose="020B0604020202020204" pitchFamily="34" charset="0"/>
        </a:defRPr>
      </a:lvl6pPr>
      <a:lvl7pPr marL="2971800" indent="-228600" algn="l" defTabSz="0" rtl="0" eaLnBrk="1" fontAlgn="base" hangingPunct="1">
        <a:spcBef>
          <a:spcPct val="20000"/>
        </a:spcBef>
        <a:spcAft>
          <a:spcPct val="0"/>
        </a:spcAft>
        <a:buChar char="»"/>
        <a:defRPr sz="2000">
          <a:solidFill>
            <a:schemeClr val="tx1"/>
          </a:solidFill>
          <a:latin typeface="+mn-lt"/>
          <a:ea typeface="+mn-ea"/>
          <a:sym typeface="Arial" panose="020B0604020202020204" pitchFamily="34" charset="0"/>
        </a:defRPr>
      </a:lvl7pPr>
      <a:lvl8pPr marL="3429000" indent="-228600" algn="l" defTabSz="0" rtl="0" eaLnBrk="1" fontAlgn="base" hangingPunct="1">
        <a:spcBef>
          <a:spcPct val="20000"/>
        </a:spcBef>
        <a:spcAft>
          <a:spcPct val="0"/>
        </a:spcAft>
        <a:buChar char="»"/>
        <a:defRPr sz="2000">
          <a:solidFill>
            <a:schemeClr val="tx1"/>
          </a:solidFill>
          <a:latin typeface="+mn-lt"/>
          <a:ea typeface="+mn-ea"/>
          <a:sym typeface="Arial" panose="020B0604020202020204" pitchFamily="34" charset="0"/>
        </a:defRPr>
      </a:lvl8pPr>
      <a:lvl9pPr marL="3886200" indent="-228600" algn="l" defTabSz="0" rtl="0" eaLnBrk="1" fontAlgn="base" hangingPunct="1">
        <a:spcBef>
          <a:spcPct val="20000"/>
        </a:spcBef>
        <a:spcAft>
          <a:spcPct val="0"/>
        </a:spcAft>
        <a:buChar char="»"/>
        <a:defRPr sz="2000">
          <a:solidFill>
            <a:schemeClr val="tx1"/>
          </a:solidFill>
          <a:latin typeface="+mn-lt"/>
          <a:ea typeface="+mn-ea"/>
          <a:sym typeface="Arial" panose="020B0604020202020204"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sym typeface="Arial" panose="020B0604020202020204" pitchFamily="34" charset="0"/>
              </a:rPr>
              <a:t>单击此处编辑母版标题样式</a:t>
            </a:r>
            <a:endParaRPr lang="zh-CN" altLang="zh-CN">
              <a:sym typeface="Arial" panose="020B0604020202020204" pitchFamily="34" charset="0"/>
            </a:endParaRP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dirty="0">
                <a:sym typeface="Arial" panose="020B0604020202020204" pitchFamily="34" charset="0"/>
              </a:rPr>
              <a:t>单击此处编辑母版文本样式</a:t>
            </a:r>
            <a:endParaRPr lang="zh-CN" altLang="zh-CN" dirty="0">
              <a:sym typeface="Arial" panose="020B0604020202020204" pitchFamily="34" charset="0"/>
            </a:endParaRPr>
          </a:p>
          <a:p>
            <a:pPr lvl="1"/>
            <a:r>
              <a:rPr lang="zh-CN" altLang="zh-CN" dirty="0">
                <a:sym typeface="Arial" panose="020B0604020202020204" pitchFamily="34" charset="0"/>
              </a:rPr>
              <a:t>第二级</a:t>
            </a:r>
            <a:endParaRPr lang="zh-CN" altLang="zh-CN" dirty="0">
              <a:sym typeface="Arial" panose="020B0604020202020204" pitchFamily="34" charset="0"/>
            </a:endParaRPr>
          </a:p>
          <a:p>
            <a:pPr lvl="2"/>
            <a:r>
              <a:rPr lang="zh-CN" altLang="zh-CN" dirty="0">
                <a:sym typeface="Arial" panose="020B0604020202020204" pitchFamily="34" charset="0"/>
              </a:rPr>
              <a:t>第三级</a:t>
            </a:r>
            <a:endParaRPr lang="zh-CN" altLang="zh-CN" dirty="0">
              <a:sym typeface="Arial" panose="020B0604020202020204" pitchFamily="34" charset="0"/>
            </a:endParaRPr>
          </a:p>
          <a:p>
            <a:pPr lvl="3"/>
            <a:r>
              <a:rPr lang="zh-CN" altLang="zh-CN" dirty="0">
                <a:sym typeface="Arial" panose="020B0604020202020204" pitchFamily="34" charset="0"/>
              </a:rPr>
              <a:t>第四级</a:t>
            </a:r>
            <a:endParaRPr lang="zh-CN" altLang="zh-CN" dirty="0">
              <a:sym typeface="Arial" panose="020B0604020202020204" pitchFamily="34" charset="0"/>
            </a:endParaRPr>
          </a:p>
          <a:p>
            <a:pPr lvl="4"/>
            <a:r>
              <a:rPr lang="zh-CN" altLang="zh-CN" dirty="0">
                <a:sym typeface="Arial" panose="020B0604020202020204" pitchFamily="34" charset="0"/>
              </a:rPr>
              <a:t>第五级</a:t>
            </a:r>
            <a:endParaRPr lang="zh-CN" altLang="zh-CN" dirty="0">
              <a:sym typeface="Arial" panose="020B0604020202020204" pitchFamily="34" charset="0"/>
            </a:endParaRPr>
          </a:p>
        </p:txBody>
      </p:sp>
      <p:sp>
        <p:nvSpPr>
          <p:cNvPr id="1028" name="Rectangle 4"/>
          <p:cNvSpPr>
            <a:spLocks noGrp="1" noChangeArrowheads="1"/>
          </p:cNvSpPr>
          <p:nvPr>
            <p:ph type="dt" sz="half" idx="2"/>
          </p:nvPr>
        </p:nvSpPr>
        <p:spPr bwMode="auto">
          <a:xfrm>
            <a:off x="609600" y="6245225"/>
            <a:ext cx="2844800" cy="476250"/>
          </a:xfrm>
          <a:prstGeom prst="rect">
            <a:avLst/>
          </a:prstGeom>
          <a:noFill/>
          <a:ln>
            <a:noFill/>
          </a:ln>
        </p:spPr>
        <p:txBody>
          <a:bodyPr vert="horz" wrap="square" lIns="91440" tIns="45720" rIns="91440" bIns="45720" numCol="1" anchor="t" anchorCtr="0" compatLnSpc="1"/>
          <a:lstStyle>
            <a:lvl1pPr eaLnBrk="1" hangingPunct="1">
              <a:buFont typeface="Arial" panose="020B0604020202020204" pitchFamily="34" charset="0"/>
              <a:buNone/>
              <a:defRPr sz="1400">
                <a:latin typeface="Arial" panose="020B0604020202020204" pitchFamily="34" charset="0"/>
              </a:defRPr>
            </a:lvl1pPr>
          </a:lstStyle>
          <a:p>
            <a:fld id="{20046AB2-54B8-4324-8D44-EC9FD66C023E}" type="datetimeFigureOut">
              <a:rPr lang="zh-CN" altLang="en-US" smtClean="0"/>
            </a:fld>
            <a:endParaRPr lang="zh-CN" altLang="en-US"/>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a:noFill/>
          </a:ln>
        </p:spPr>
        <p:txBody>
          <a:bodyPr vert="horz" wrap="square" lIns="91440" tIns="45720" rIns="91440" bIns="45720" numCol="1" anchor="t" anchorCtr="0" compatLnSpc="1"/>
          <a:lstStyle>
            <a:lvl1pPr algn="ctr" eaLnBrk="1" hangingPunct="1">
              <a:buFont typeface="Arial" panose="020B0604020202020204" pitchFamily="34" charset="0"/>
              <a:buNone/>
              <a:defRPr sz="1400">
                <a:latin typeface="Arial" panose="020B0604020202020204" pitchFamily="34" charset="0"/>
              </a:defRPr>
            </a:lvl1pPr>
          </a:lstStyle>
          <a:p>
            <a:endParaRPr lang="zh-CN" altLang="en-US"/>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a:noFill/>
          </a:ln>
        </p:spPr>
        <p:txBody>
          <a:bodyPr vert="horz" wrap="square" lIns="91440" tIns="45720" rIns="91440" bIns="45720" numCol="1" anchor="t" anchorCtr="0" compatLnSpc="1"/>
          <a:lstStyle>
            <a:lvl1pPr algn="r" eaLnBrk="1" hangingPunct="1">
              <a:buFont typeface="Arial" panose="020B0604020202020204" pitchFamily="34" charset="0"/>
              <a:buNone/>
              <a:defRPr sz="1400"/>
            </a:lvl1pPr>
          </a:lstStyle>
          <a:p>
            <a:fld id="{F044F660-533D-4F39-958A-95403B7B0398}" type="slidenum">
              <a:rPr lang="zh-CN" altLang="en-US" smtClean="0"/>
            </a:fld>
            <a:endParaRPr lang="zh-CN" altLang="en-US"/>
          </a:p>
        </p:txBody>
      </p:sp>
      <p:pic>
        <p:nvPicPr>
          <p:cNvPr id="9" name="Picture 2" descr="C:\Users\Administrator\Desktop\QQ截图20160516104337.pn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组合 4"/>
          <p:cNvGrpSpPr/>
          <p:nvPr/>
        </p:nvGrpSpPr>
        <p:grpSpPr bwMode="auto">
          <a:xfrm>
            <a:off x="739775" y="55970"/>
            <a:ext cx="2109788" cy="565150"/>
            <a:chOff x="7092950" y="31750"/>
            <a:chExt cx="1582738" cy="423863"/>
          </a:xfrm>
        </p:grpSpPr>
        <p:pic>
          <p:nvPicPr>
            <p:cNvPr id="11" name="Picture 3" descr="E:\1-于志斌\4-学校PPT\3-学校校徽\西电校徽\西电校徽白红版.png"/>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092950" y="31750"/>
              <a:ext cx="395684"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4" descr="C:\Users\Administrator\Desktop\西安电子科技大学白色_副本.png"/>
            <p:cNvPicPr>
              <a:picLocks noChangeAspect="1" noChangeArrowheads="1"/>
            </p:cNvPicPr>
            <p:nvPr/>
          </p:nvPicPr>
          <p:blipFill>
            <a:blip r:embed="rId15">
              <a:extLst>
                <a:ext uri="{28A0092B-C50C-407E-A947-70E740481C1C}">
                  <a14:useLocalDpi xmlns:a14="http://schemas.microsoft.com/office/drawing/2010/main" val="0"/>
                </a:ext>
              </a:extLst>
            </a:blip>
            <a:srcRect l="27271"/>
            <a:stretch>
              <a:fillRect/>
            </a:stretch>
          </p:blipFill>
          <p:spPr bwMode="auto">
            <a:xfrm>
              <a:off x="7547222" y="31750"/>
              <a:ext cx="1128466" cy="393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3" name="矩形 12"/>
          <p:cNvSpPr/>
          <p:nvPr/>
        </p:nvSpPr>
        <p:spPr>
          <a:xfrm>
            <a:off x="11952288" y="0"/>
            <a:ext cx="239712" cy="649288"/>
          </a:xfrm>
          <a:prstGeom prst="rect">
            <a:avLst/>
          </a:prstGeom>
          <a:solidFill>
            <a:srgbClr val="33669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14" name="矩形 13"/>
          <p:cNvSpPr/>
          <p:nvPr/>
        </p:nvSpPr>
        <p:spPr>
          <a:xfrm>
            <a:off x="11826876" y="0"/>
            <a:ext cx="85725" cy="649288"/>
          </a:xfrm>
          <a:prstGeom prst="rect">
            <a:avLst/>
          </a:prstGeom>
          <a:solidFill>
            <a:srgbClr val="33669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15" name="矩形 14"/>
          <p:cNvSpPr/>
          <p:nvPr/>
        </p:nvSpPr>
        <p:spPr>
          <a:xfrm>
            <a:off x="3049588" y="6"/>
            <a:ext cx="8737600" cy="646113"/>
          </a:xfrm>
          <a:prstGeom prst="rect">
            <a:avLst/>
          </a:prstGeom>
          <a:solidFill>
            <a:srgbClr val="33669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pic>
        <p:nvPicPr>
          <p:cNvPr id="16" name="图片 10"/>
          <p:cNvPicPr>
            <a:picLocks noChangeAspect="1"/>
          </p:cNvPicPr>
          <p:nvPr/>
        </p:nvPicPr>
        <p:blipFill>
          <a:blip r:embed="rId16">
            <a:biLevel thresh="50000"/>
            <a:grayscl/>
            <a:extLst>
              <a:ext uri="{28A0092B-C50C-407E-A947-70E740481C1C}">
                <a14:useLocalDpi xmlns:a14="http://schemas.microsoft.com/office/drawing/2010/main" val="0"/>
              </a:ext>
            </a:extLst>
          </a:blip>
          <a:srcRect/>
          <a:stretch>
            <a:fillRect/>
          </a:stretch>
        </p:blipFill>
        <p:spPr bwMode="auto">
          <a:xfrm>
            <a:off x="3165477" y="7938"/>
            <a:ext cx="871539"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矩形 16"/>
          <p:cNvSpPr/>
          <p:nvPr/>
        </p:nvSpPr>
        <p:spPr>
          <a:xfrm>
            <a:off x="0" y="1594"/>
            <a:ext cx="623888" cy="96837"/>
          </a:xfrm>
          <a:prstGeom prst="rect">
            <a:avLst/>
          </a:prstGeom>
          <a:solidFill>
            <a:srgbClr val="336699"/>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a:defRPr/>
            </a:pPr>
            <a:endParaRPr lang="zh-CN" altLang="en-US" sz="1800"/>
          </a:p>
        </p:txBody>
      </p:sp>
      <p:sp>
        <p:nvSpPr>
          <p:cNvPr id="18" name="矩形 17"/>
          <p:cNvSpPr/>
          <p:nvPr/>
        </p:nvSpPr>
        <p:spPr>
          <a:xfrm>
            <a:off x="0" y="136525"/>
            <a:ext cx="623888" cy="96838"/>
          </a:xfrm>
          <a:prstGeom prst="rect">
            <a:avLst/>
          </a:prstGeom>
          <a:solidFill>
            <a:srgbClr val="336699"/>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a:defRPr/>
            </a:pPr>
            <a:endParaRPr lang="zh-CN" altLang="en-US" sz="1800"/>
          </a:p>
        </p:txBody>
      </p:sp>
      <p:sp>
        <p:nvSpPr>
          <p:cNvPr id="19" name="矩形 18"/>
          <p:cNvSpPr/>
          <p:nvPr/>
        </p:nvSpPr>
        <p:spPr>
          <a:xfrm>
            <a:off x="0" y="273050"/>
            <a:ext cx="623888" cy="96838"/>
          </a:xfrm>
          <a:prstGeom prst="rect">
            <a:avLst/>
          </a:prstGeom>
          <a:solidFill>
            <a:srgbClr val="336699"/>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a:defRPr/>
            </a:pPr>
            <a:endParaRPr lang="zh-CN" altLang="en-US" sz="1800"/>
          </a:p>
        </p:txBody>
      </p:sp>
      <p:sp>
        <p:nvSpPr>
          <p:cNvPr id="20" name="矩形 19"/>
          <p:cNvSpPr/>
          <p:nvPr/>
        </p:nvSpPr>
        <p:spPr>
          <a:xfrm>
            <a:off x="0" y="411163"/>
            <a:ext cx="623888" cy="95250"/>
          </a:xfrm>
          <a:prstGeom prst="rect">
            <a:avLst/>
          </a:prstGeom>
          <a:solidFill>
            <a:srgbClr val="336699"/>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a:defRPr/>
            </a:pPr>
            <a:endParaRPr lang="zh-CN" altLang="en-US" sz="1800"/>
          </a:p>
        </p:txBody>
      </p:sp>
      <p:sp>
        <p:nvSpPr>
          <p:cNvPr id="21" name="矩形 20"/>
          <p:cNvSpPr/>
          <p:nvPr/>
        </p:nvSpPr>
        <p:spPr>
          <a:xfrm>
            <a:off x="0" y="547688"/>
            <a:ext cx="623888" cy="95250"/>
          </a:xfrm>
          <a:prstGeom prst="rect">
            <a:avLst/>
          </a:prstGeom>
          <a:solidFill>
            <a:srgbClr val="336699"/>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a:defRPr/>
            </a:pPr>
            <a:endParaRPr lang="zh-CN" altLang="en-US" sz="1800"/>
          </a:p>
        </p:txBody>
      </p:sp>
    </p:spTree>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Lst>
  <p:txStyles>
    <p:titleStyle>
      <a:lvl1pPr algn="ctr" rtl="0" eaLnBrk="1" fontAlgn="base" hangingPunct="1">
        <a:spcBef>
          <a:spcPct val="0"/>
        </a:spcBef>
        <a:spcAft>
          <a:spcPct val="0"/>
        </a:spcAft>
        <a:defRPr sz="4400">
          <a:solidFill>
            <a:schemeClr val="tx2"/>
          </a:solidFill>
          <a:latin typeface="+mj-lt"/>
          <a:ea typeface="+mj-ea"/>
          <a:cs typeface="+mj-cs"/>
          <a:sym typeface="Arial" panose="020B0604020202020204" pitchFamily="34" charset="0"/>
        </a:defRPr>
      </a:lvl1pPr>
      <a:lvl2pPr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sym typeface="Arial" panose="020B0604020202020204" pitchFamily="34" charset="0"/>
        </a:defRPr>
      </a:lvl2pPr>
      <a:lvl3pPr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sym typeface="Arial" panose="020B0604020202020204" pitchFamily="34" charset="0"/>
        </a:defRPr>
      </a:lvl3pPr>
      <a:lvl4pPr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sym typeface="Arial" panose="020B0604020202020204" pitchFamily="34" charset="0"/>
        </a:defRPr>
      </a:lvl4pPr>
      <a:lvl5pPr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sym typeface="Arial" panose="020B0604020202020204" pitchFamily="34" charset="0"/>
        </a:defRPr>
      </a:lvl9pPr>
    </p:titleStyle>
    <p:bodyStyle>
      <a:lvl1pPr marL="342900" indent="-342900" algn="l" defTabSz="0" rtl="0" eaLnBrk="1" fontAlgn="base" hangingPunct="1">
        <a:spcBef>
          <a:spcPct val="20000"/>
        </a:spcBef>
        <a:spcAft>
          <a:spcPct val="0"/>
        </a:spcAft>
        <a:buChar char="•"/>
        <a:defRPr sz="3200">
          <a:solidFill>
            <a:schemeClr val="tx1"/>
          </a:solidFill>
          <a:latin typeface="+mn-lt"/>
          <a:ea typeface="+mn-ea"/>
          <a:cs typeface="+mn-cs"/>
          <a:sym typeface="Arial" panose="020B0604020202020204" pitchFamily="34" charset="0"/>
        </a:defRPr>
      </a:lvl1pPr>
      <a:lvl2pPr marL="742950" indent="-285750" algn="l" defTabSz="0" rtl="0" eaLnBrk="1" fontAlgn="base" hangingPunct="1">
        <a:spcBef>
          <a:spcPct val="20000"/>
        </a:spcBef>
        <a:spcAft>
          <a:spcPct val="0"/>
        </a:spcAft>
        <a:buChar char="–"/>
        <a:defRPr sz="2800">
          <a:solidFill>
            <a:schemeClr val="tx1"/>
          </a:solidFill>
          <a:latin typeface="+mn-lt"/>
          <a:ea typeface="+mn-ea"/>
          <a:sym typeface="Arial" panose="020B0604020202020204" pitchFamily="34" charset="0"/>
        </a:defRPr>
      </a:lvl2pPr>
      <a:lvl3pPr marL="1143000" indent="-228600" algn="l" defTabSz="0" rtl="0" eaLnBrk="1" fontAlgn="base" hangingPunct="1">
        <a:spcBef>
          <a:spcPct val="20000"/>
        </a:spcBef>
        <a:spcAft>
          <a:spcPct val="0"/>
        </a:spcAft>
        <a:buChar char="•"/>
        <a:defRPr sz="2400">
          <a:solidFill>
            <a:schemeClr val="tx1"/>
          </a:solidFill>
          <a:latin typeface="+mn-lt"/>
          <a:ea typeface="+mn-ea"/>
          <a:sym typeface="Arial" panose="020B0604020202020204" pitchFamily="34" charset="0"/>
        </a:defRPr>
      </a:lvl3pPr>
      <a:lvl4pPr marL="1600200" indent="-228600" algn="l" defTabSz="0" rtl="0" eaLnBrk="1" fontAlgn="base" hangingPunct="1">
        <a:spcBef>
          <a:spcPct val="20000"/>
        </a:spcBef>
        <a:spcAft>
          <a:spcPct val="0"/>
        </a:spcAft>
        <a:buChar char="–"/>
        <a:defRPr sz="2000">
          <a:solidFill>
            <a:schemeClr val="tx1"/>
          </a:solidFill>
          <a:latin typeface="+mn-lt"/>
          <a:ea typeface="+mn-ea"/>
          <a:sym typeface="Arial" panose="020B0604020202020204" pitchFamily="34" charset="0"/>
        </a:defRPr>
      </a:lvl4pPr>
      <a:lvl5pPr marL="2057400" indent="-228600" algn="l" defTabSz="0" rtl="0" eaLnBrk="1" fontAlgn="base" hangingPunct="1">
        <a:spcBef>
          <a:spcPct val="20000"/>
        </a:spcBef>
        <a:spcAft>
          <a:spcPct val="0"/>
        </a:spcAft>
        <a:buChar char="»"/>
        <a:defRPr sz="2000">
          <a:solidFill>
            <a:schemeClr val="tx1"/>
          </a:solidFill>
          <a:latin typeface="+mn-lt"/>
          <a:ea typeface="+mn-ea"/>
          <a:sym typeface="Arial" panose="020B0604020202020204" pitchFamily="34" charset="0"/>
        </a:defRPr>
      </a:lvl5pPr>
      <a:lvl6pPr marL="2514600" indent="-228600" algn="l" defTabSz="0" rtl="0" eaLnBrk="1" fontAlgn="base" hangingPunct="1">
        <a:spcBef>
          <a:spcPct val="20000"/>
        </a:spcBef>
        <a:spcAft>
          <a:spcPct val="0"/>
        </a:spcAft>
        <a:buChar char="»"/>
        <a:defRPr sz="2000">
          <a:solidFill>
            <a:schemeClr val="tx1"/>
          </a:solidFill>
          <a:latin typeface="+mn-lt"/>
          <a:ea typeface="+mn-ea"/>
          <a:sym typeface="Arial" panose="020B0604020202020204" pitchFamily="34" charset="0"/>
        </a:defRPr>
      </a:lvl6pPr>
      <a:lvl7pPr marL="2971800" indent="-228600" algn="l" defTabSz="0" rtl="0" eaLnBrk="1" fontAlgn="base" hangingPunct="1">
        <a:spcBef>
          <a:spcPct val="20000"/>
        </a:spcBef>
        <a:spcAft>
          <a:spcPct val="0"/>
        </a:spcAft>
        <a:buChar char="»"/>
        <a:defRPr sz="2000">
          <a:solidFill>
            <a:schemeClr val="tx1"/>
          </a:solidFill>
          <a:latin typeface="+mn-lt"/>
          <a:ea typeface="+mn-ea"/>
          <a:sym typeface="Arial" panose="020B0604020202020204" pitchFamily="34" charset="0"/>
        </a:defRPr>
      </a:lvl7pPr>
      <a:lvl8pPr marL="3429000" indent="-228600" algn="l" defTabSz="0" rtl="0" eaLnBrk="1" fontAlgn="base" hangingPunct="1">
        <a:spcBef>
          <a:spcPct val="20000"/>
        </a:spcBef>
        <a:spcAft>
          <a:spcPct val="0"/>
        </a:spcAft>
        <a:buChar char="»"/>
        <a:defRPr sz="2000">
          <a:solidFill>
            <a:schemeClr val="tx1"/>
          </a:solidFill>
          <a:latin typeface="+mn-lt"/>
          <a:ea typeface="+mn-ea"/>
          <a:sym typeface="Arial" panose="020B0604020202020204" pitchFamily="34" charset="0"/>
        </a:defRPr>
      </a:lvl8pPr>
      <a:lvl9pPr marL="3886200" indent="-228600" algn="l" defTabSz="0" rtl="0" eaLnBrk="1" fontAlgn="base" hangingPunct="1">
        <a:spcBef>
          <a:spcPct val="20000"/>
        </a:spcBef>
        <a:spcAft>
          <a:spcPct val="0"/>
        </a:spcAft>
        <a:buChar char="»"/>
        <a:defRPr sz="2000">
          <a:solidFill>
            <a:schemeClr val="tx1"/>
          </a:solidFill>
          <a:latin typeface="+mn-lt"/>
          <a:ea typeface="+mn-ea"/>
          <a:sym typeface="Arial" panose="020B0604020202020204"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4.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3.jpeg"/><Relationship Id="rId7" Type="http://schemas.openxmlformats.org/officeDocument/2006/relationships/image" Target="../media/image12.jpeg"/><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0" Type="http://schemas.openxmlformats.org/officeDocument/2006/relationships/notesSlide" Target="../notesSlides/notesSlide4.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solidFill>
                  <a:srgbClr val="5983AC"/>
                </a:solidFill>
              </a:rPr>
              <a:t>基于多模式信号的通用鲁棒的</a:t>
            </a:r>
            <a:br>
              <a:rPr lang="en-US" altLang="zh-CN" dirty="0">
                <a:solidFill>
                  <a:srgbClr val="5983AC"/>
                </a:solidFill>
              </a:rPr>
            </a:br>
            <a:r>
              <a:rPr lang="zh-CN" altLang="en-US" dirty="0">
                <a:solidFill>
                  <a:srgbClr val="5983AC"/>
                </a:solidFill>
              </a:rPr>
              <a:t>射频指纹特征提取与识别</a:t>
            </a:r>
            <a:endParaRPr lang="zh-CN" altLang="en-US" dirty="0">
              <a:solidFill>
                <a:srgbClr val="5983AC"/>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p:cNvSpPr>
            <a:spLocks noGrp="1"/>
          </p:cNvSpPr>
          <p:nvPr>
            <p:ph type="title"/>
          </p:nvPr>
        </p:nvSpPr>
        <p:spPr/>
        <p:txBody>
          <a:bodyPr/>
          <a:lstStyle/>
          <a:p>
            <a:r>
              <a:rPr lang="zh-CN" altLang="en-US" dirty="0"/>
              <a:t>选题背景及意义</a:t>
            </a:r>
            <a:endParaRPr lang="zh-CN" altLang="en-US" dirty="0"/>
          </a:p>
        </p:txBody>
      </p:sp>
      <p:sp>
        <p:nvSpPr>
          <p:cNvPr id="18" name="文本占位符 17"/>
          <p:cNvSpPr>
            <a:spLocks noGrp="1"/>
          </p:cNvSpPr>
          <p:nvPr>
            <p:ph type="body" sz="quarter" idx="20"/>
          </p:nvPr>
        </p:nvSpPr>
        <p:spPr>
          <a:xfrm>
            <a:off x="609600" y="978174"/>
            <a:ext cx="2098876" cy="454745"/>
          </a:xfrm>
          <a:solidFill>
            <a:srgbClr val="C0504D"/>
          </a:solidFill>
        </p:spPr>
        <p:txBody>
          <a:bodyPr/>
          <a:lstStyle/>
          <a:p>
            <a:r>
              <a:rPr lang="zh-CN" altLang="en-US" dirty="0"/>
              <a:t>研究路线框图</a:t>
            </a:r>
            <a:endParaRPr lang="zh-CN" altLang="en-US" dirty="0"/>
          </a:p>
        </p:txBody>
      </p:sp>
      <p:pic>
        <p:nvPicPr>
          <p:cNvPr id="9" name="图片 8" descr="射频指纹框图"/>
          <p:cNvPicPr>
            <a:picLocks noChangeAspect="1"/>
          </p:cNvPicPr>
          <p:nvPr/>
        </p:nvPicPr>
        <p:blipFill>
          <a:blip r:embed="rId1"/>
          <a:stretch>
            <a:fillRect/>
          </a:stretch>
        </p:blipFill>
        <p:spPr>
          <a:xfrm>
            <a:off x="0" y="2319020"/>
            <a:ext cx="12192000" cy="32943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研究目标及内容</a:t>
            </a:r>
            <a:endParaRPr lang="zh-CN" altLang="en-US" dirty="0"/>
          </a:p>
        </p:txBody>
      </p:sp>
      <p:sp>
        <p:nvSpPr>
          <p:cNvPr id="3" name="内容占位符 2"/>
          <p:cNvSpPr>
            <a:spLocks noGrp="1"/>
          </p:cNvSpPr>
          <p:nvPr>
            <p:ph idx="12"/>
          </p:nvPr>
        </p:nvSpPr>
        <p:spPr>
          <a:xfrm>
            <a:off x="609600" y="2039620"/>
            <a:ext cx="9840595" cy="3413760"/>
          </a:xfrm>
        </p:spPr>
        <p:txBody>
          <a:bodyPr/>
          <a:lstStyle/>
          <a:p>
            <a:pPr marL="285750" indent="-285750">
              <a:lnSpc>
                <a:spcPct val="150000"/>
              </a:lnSpc>
              <a:buFont typeface="Wingdings" panose="05000000000000000000" pitchFamily="2" charset="2"/>
              <a:buChar char="Ø"/>
            </a:pPr>
            <a:r>
              <a:rPr lang="zh-CN" altLang="en-US" sz="1600" b="1" kern="100" dirty="0">
                <a:effectLst/>
              </a:rPr>
              <a:t>研究目标：</a:t>
            </a:r>
            <a:r>
              <a:rPr lang="zh-CN" altLang="zh-CN" sz="1600" kern="100" dirty="0">
                <a:effectLst/>
              </a:rPr>
              <a:t>根据现有的软件定义无线电设备（</a:t>
            </a:r>
            <a:r>
              <a:rPr lang="en-US" altLang="zh-CN" sz="1600" kern="100" dirty="0">
                <a:effectLst/>
              </a:rPr>
              <a:t>SDR</a:t>
            </a:r>
            <a:r>
              <a:rPr lang="zh-CN" altLang="zh-CN" sz="1600" kern="100" dirty="0">
                <a:effectLst/>
              </a:rPr>
              <a:t>）模拟多种模式信号，提取通用稳定的不依赖波形的射频指纹特征，可以应用于多模式信号设备的安全认证场景；</a:t>
            </a:r>
            <a:endParaRPr lang="en-US" altLang="zh-CN" sz="1600" kern="100" dirty="0">
              <a:effectLst/>
              <a:latin typeface="微软雅黑" panose="020B0503020204020204" pitchFamily="34" charset="-122"/>
              <a:ea typeface="微软雅黑" panose="020B0503020204020204" pitchFamily="34" charset="-122"/>
            </a:endParaRPr>
          </a:p>
          <a:p>
            <a:pPr marL="285750" indent="-285750">
              <a:lnSpc>
                <a:spcPct val="150000"/>
              </a:lnSpc>
              <a:spcBef>
                <a:spcPts val="2600"/>
              </a:spcBef>
              <a:buFont typeface="Wingdings" panose="05000000000000000000" pitchFamily="2" charset="2"/>
              <a:buChar char="Ø"/>
            </a:pPr>
            <a:r>
              <a:rPr lang="zh-CN" altLang="en-US" sz="1600" b="1" kern="100" dirty="0">
                <a:effectLst/>
                <a:cs typeface="Times New Roman" panose="02020603050405020304" pitchFamily="18" charset="0"/>
              </a:rPr>
              <a:t>研究内容一：</a:t>
            </a:r>
            <a:r>
              <a:rPr altLang="zh-CN" sz="1600">
                <a:sym typeface="+mn-ea"/>
              </a:rPr>
              <a:t>当训练集（余弦信号）与测试集（三种异参波形）存在采样率、频率等参数差异，基于可变周期点数设计的周期相似性特征通过自适应序列周期匹配，实现跨参数域稳健识别设备指纹。</a:t>
            </a:r>
            <a:endParaRPr lang="en-US" altLang="zh-CN" sz="1600" dirty="0"/>
          </a:p>
          <a:p>
            <a:pPr marL="285750" indent="-285750">
              <a:buFont typeface="Wingdings" panose="05000000000000000000" pitchFamily="2" charset="2"/>
              <a:buChar char="Ø"/>
            </a:pPr>
            <a:endParaRPr lang="en-US" altLang="zh-CN" sz="1800" dirty="0"/>
          </a:p>
          <a:p>
            <a:pPr marL="285750" indent="-285750">
              <a:lnSpc>
                <a:spcPct val="150000"/>
              </a:lnSpc>
              <a:buFont typeface="Wingdings" panose="05000000000000000000" pitchFamily="2" charset="2"/>
              <a:buChar char="Ø"/>
            </a:pPr>
            <a:r>
              <a:rPr lang="zh-CN" altLang="en-US" sz="1600" b="1" dirty="0"/>
              <a:t>研究内容二：</a:t>
            </a:r>
            <a:r>
              <a:rPr lang="zh-CN" altLang="en-US" sz="1600" dirty="0"/>
              <a:t>本部分将研究内容一的方法论拓展至复杂通信制式。重点研究当训练集与测试集的</a:t>
            </a:r>
            <a:r>
              <a:rPr lang="en-US" altLang="zh-CN" sz="1600" dirty="0"/>
              <a:t>LoRa</a:t>
            </a:r>
            <a:r>
              <a:rPr lang="zh-CN" altLang="en-US" sz="1600" dirty="0"/>
              <a:t>信号在扩频因子</a:t>
            </a:r>
            <a:r>
              <a:rPr lang="en-US" altLang="zh-CN" sz="1600" dirty="0"/>
              <a:t>(SF)</a:t>
            </a:r>
            <a:r>
              <a:rPr lang="zh-CN" altLang="en-US" sz="1600" dirty="0"/>
              <a:t>、带宽</a:t>
            </a:r>
            <a:r>
              <a:rPr lang="en-US" altLang="zh-CN" sz="1600" dirty="0"/>
              <a:t>(BW)</a:t>
            </a:r>
            <a:r>
              <a:rPr lang="zh-CN" altLang="en-US" sz="1600" dirty="0"/>
              <a:t>等关键参数不同时，基于周期相似性的特征如何通过自适应周期匹配，实现跨参数域的稳健设备指纹识别，评估其在接近实际应用场景下的泛化能力。</a:t>
            </a:r>
            <a:endParaRPr lang="zh-CN" altLang="en-US" sz="1600" dirty="0"/>
          </a:p>
        </p:txBody>
      </p:sp>
      <p:sp>
        <p:nvSpPr>
          <p:cNvPr id="4" name="文本占位符 3"/>
          <p:cNvSpPr>
            <a:spLocks noGrp="1"/>
          </p:cNvSpPr>
          <p:nvPr>
            <p:ph type="body" sz="quarter" idx="20"/>
          </p:nvPr>
        </p:nvSpPr>
        <p:spPr>
          <a:xfrm>
            <a:off x="609600" y="978174"/>
            <a:ext cx="2112085" cy="454745"/>
          </a:xfrm>
          <a:solidFill>
            <a:srgbClr val="C0504D"/>
          </a:solidFill>
        </p:spPr>
        <p:txBody>
          <a:bodyPr/>
          <a:lstStyle/>
          <a:p>
            <a:r>
              <a:rPr lang="zh-CN" altLang="en-US" dirty="0"/>
              <a:t>研究目标及内容</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研究内容一</a:t>
            </a:r>
            <a:endParaRPr lang="zh-CN" altLang="en-US" dirty="0"/>
          </a:p>
        </p:txBody>
      </p:sp>
      <p:sp>
        <p:nvSpPr>
          <p:cNvPr id="3" name="文本占位符 2"/>
          <p:cNvSpPr>
            <a:spLocks noGrp="1"/>
          </p:cNvSpPr>
          <p:nvPr>
            <p:ph type="body" sz="quarter" idx="20"/>
          </p:nvPr>
        </p:nvSpPr>
        <p:spPr>
          <a:xfrm>
            <a:off x="559224" y="973079"/>
            <a:ext cx="2792422" cy="454745"/>
          </a:xfrm>
          <a:solidFill>
            <a:srgbClr val="C0504D"/>
          </a:solidFill>
        </p:spPr>
        <p:txBody>
          <a:bodyPr/>
          <a:lstStyle/>
          <a:p>
            <a:r>
              <a:rPr lang="zh-CN" altLang="zh-CN" dirty="0"/>
              <a:t>研究内容一</a:t>
            </a:r>
            <a:r>
              <a:rPr lang="en-US" altLang="zh-CN" dirty="0"/>
              <a:t>​</a:t>
            </a:r>
            <a:endParaRPr lang="zh-CN" altLang="en-US" dirty="0"/>
          </a:p>
        </p:txBody>
      </p:sp>
      <p:sp>
        <p:nvSpPr>
          <p:cNvPr id="13" name="内容占位符 5"/>
          <p:cNvSpPr txBox="1"/>
          <p:nvPr/>
        </p:nvSpPr>
        <p:spPr bwMode="auto">
          <a:xfrm>
            <a:off x="473499" y="1502043"/>
            <a:ext cx="10972800" cy="844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0" indent="0" algn="l" defTabSz="0" rtl="0" eaLnBrk="1" fontAlgn="base" hangingPunct="1">
              <a:spcBef>
                <a:spcPct val="20000"/>
              </a:spcBef>
              <a:spcAft>
                <a:spcPct val="0"/>
              </a:spcAft>
              <a:buFontTx/>
              <a:buNone/>
              <a:defRPr lang="zh-CN" altLang="en-US" sz="2000" kern="1200" dirty="0">
                <a:solidFill>
                  <a:schemeClr val="tx1"/>
                </a:solidFill>
                <a:latin typeface="微软雅黑" panose="020B0503020204020204" pitchFamily="34" charset="-122"/>
                <a:ea typeface="微软雅黑" panose="020B0503020204020204" pitchFamily="34" charset="-122"/>
                <a:cs typeface="+mn-cs"/>
                <a:sym typeface="Arial" panose="020B0604020202020204" pitchFamily="34" charset="0"/>
              </a:defRPr>
            </a:lvl1pPr>
            <a:lvl2pPr marL="457200" indent="0" algn="l" defTabSz="0" rtl="0" eaLnBrk="1" fontAlgn="base" hangingPunct="1">
              <a:spcBef>
                <a:spcPct val="20000"/>
              </a:spcBef>
              <a:spcAft>
                <a:spcPct val="0"/>
              </a:spcAft>
              <a:buFontTx/>
              <a:buNone/>
              <a:defRPr lang="zh-CN" altLang="en-US" sz="1600" kern="1200" dirty="0">
                <a:solidFill>
                  <a:schemeClr val="tx1"/>
                </a:solidFill>
                <a:latin typeface="微软雅黑" panose="020B0503020204020204" pitchFamily="34" charset="-122"/>
                <a:ea typeface="微软雅黑" panose="020B0503020204020204" pitchFamily="34" charset="-122"/>
                <a:cs typeface="+mn-cs"/>
                <a:sym typeface="Arial" panose="020B0604020202020204" pitchFamily="34" charset="0"/>
              </a:defRPr>
            </a:lvl2pPr>
            <a:lvl3pPr marL="914400" indent="0" algn="l" defTabSz="0" rtl="0" eaLnBrk="1" fontAlgn="base" hangingPunct="1">
              <a:spcBef>
                <a:spcPct val="20000"/>
              </a:spcBef>
              <a:spcAft>
                <a:spcPct val="0"/>
              </a:spcAft>
              <a:buFontTx/>
              <a:buNone/>
              <a:defRPr sz="2400" baseline="0">
                <a:solidFill>
                  <a:schemeClr val="accent5">
                    <a:lumMod val="25000"/>
                  </a:schemeClr>
                </a:solidFill>
                <a:latin typeface="微软雅黑" panose="020B0503020204020204" pitchFamily="34" charset="-122"/>
                <a:ea typeface="+mn-ea"/>
                <a:sym typeface="Arial" panose="020B0604020202020204" pitchFamily="34" charset="0"/>
              </a:defRPr>
            </a:lvl3pPr>
            <a:lvl4pPr marL="1371600" indent="0" algn="l" defTabSz="0" rtl="0" eaLnBrk="1" fontAlgn="base" hangingPunct="1">
              <a:spcBef>
                <a:spcPct val="20000"/>
              </a:spcBef>
              <a:spcAft>
                <a:spcPct val="0"/>
              </a:spcAft>
              <a:buFontTx/>
              <a:buNone/>
              <a:defRPr sz="2000" baseline="0">
                <a:solidFill>
                  <a:schemeClr val="accent5">
                    <a:lumMod val="25000"/>
                  </a:schemeClr>
                </a:solidFill>
                <a:latin typeface="微软雅黑" panose="020B0503020204020204" pitchFamily="34" charset="-122"/>
                <a:ea typeface="+mn-ea"/>
                <a:sym typeface="Arial" panose="020B0604020202020204" pitchFamily="34" charset="0"/>
              </a:defRPr>
            </a:lvl4pPr>
            <a:lvl5pPr marL="1828800" indent="0" algn="l" defTabSz="0" rtl="0" eaLnBrk="1" fontAlgn="base" hangingPunct="1">
              <a:spcBef>
                <a:spcPct val="20000"/>
              </a:spcBef>
              <a:spcAft>
                <a:spcPct val="0"/>
              </a:spcAft>
              <a:buFontTx/>
              <a:buNone/>
              <a:defRPr sz="2000" baseline="0">
                <a:solidFill>
                  <a:schemeClr val="accent5">
                    <a:lumMod val="25000"/>
                  </a:schemeClr>
                </a:solidFill>
                <a:latin typeface="微软雅黑" panose="020B0503020204020204" pitchFamily="34" charset="-122"/>
                <a:ea typeface="+mn-ea"/>
                <a:sym typeface="Arial" panose="020B0604020202020204" pitchFamily="34" charset="0"/>
              </a:defRPr>
            </a:lvl5pPr>
            <a:lvl6pPr marL="2514600" indent="-228600" algn="l" defTabSz="0" rtl="0" eaLnBrk="1" fontAlgn="base" hangingPunct="1">
              <a:spcBef>
                <a:spcPct val="20000"/>
              </a:spcBef>
              <a:spcAft>
                <a:spcPct val="0"/>
              </a:spcAft>
              <a:buChar char="»"/>
              <a:defRPr sz="2000">
                <a:solidFill>
                  <a:schemeClr val="tx1"/>
                </a:solidFill>
                <a:latin typeface="+mn-lt"/>
                <a:ea typeface="+mn-ea"/>
                <a:sym typeface="Arial" panose="020B0604020202020204" pitchFamily="34" charset="0"/>
              </a:defRPr>
            </a:lvl6pPr>
            <a:lvl7pPr marL="2971800" indent="-228600" algn="l" defTabSz="0" rtl="0" eaLnBrk="1" fontAlgn="base" hangingPunct="1">
              <a:spcBef>
                <a:spcPct val="20000"/>
              </a:spcBef>
              <a:spcAft>
                <a:spcPct val="0"/>
              </a:spcAft>
              <a:buChar char="»"/>
              <a:defRPr sz="2000">
                <a:solidFill>
                  <a:schemeClr val="tx1"/>
                </a:solidFill>
                <a:latin typeface="+mn-lt"/>
                <a:ea typeface="+mn-ea"/>
                <a:sym typeface="Arial" panose="020B0604020202020204" pitchFamily="34" charset="0"/>
              </a:defRPr>
            </a:lvl7pPr>
            <a:lvl8pPr marL="3429000" indent="-228600" algn="l" defTabSz="0" rtl="0" eaLnBrk="1" fontAlgn="base" hangingPunct="1">
              <a:spcBef>
                <a:spcPct val="20000"/>
              </a:spcBef>
              <a:spcAft>
                <a:spcPct val="0"/>
              </a:spcAft>
              <a:buChar char="»"/>
              <a:defRPr sz="2000">
                <a:solidFill>
                  <a:schemeClr val="tx1"/>
                </a:solidFill>
                <a:latin typeface="+mn-lt"/>
                <a:ea typeface="+mn-ea"/>
                <a:sym typeface="Arial" panose="020B0604020202020204" pitchFamily="34" charset="0"/>
              </a:defRPr>
            </a:lvl8pPr>
            <a:lvl9pPr marL="3886200" indent="-228600" algn="l" defTabSz="0" rtl="0" eaLnBrk="1" fontAlgn="base" hangingPunct="1">
              <a:spcBef>
                <a:spcPct val="20000"/>
              </a:spcBef>
              <a:spcAft>
                <a:spcPct val="0"/>
              </a:spcAft>
              <a:buChar char="»"/>
              <a:defRPr sz="2000">
                <a:solidFill>
                  <a:schemeClr val="tx1"/>
                </a:solidFill>
                <a:latin typeface="+mn-lt"/>
                <a:ea typeface="+mn-ea"/>
                <a:sym typeface="Arial" panose="020B0604020202020204" pitchFamily="34" charset="0"/>
              </a:defRPr>
            </a:lvl9pPr>
          </a:lstStyle>
          <a:p>
            <a:pPr>
              <a:lnSpc>
                <a:spcPct val="150000"/>
              </a:lnSpc>
              <a:spcBef>
                <a:spcPts val="0"/>
              </a:spcBef>
            </a:pPr>
            <a:r>
              <a:rPr lang="zh-CN" altLang="zh-CN" sz="1600" dirty="0"/>
              <a:t>围绕四种基础波形信号（余弦信号、方波信号、三角波信号和锯齿波信号），提取不依赖于信号波形的通用特征，用于</a:t>
            </a:r>
            <a:r>
              <a:rPr lang="en-US" altLang="zh-CN" sz="1600" dirty="0"/>
              <a:t>SDR</a:t>
            </a:r>
            <a:r>
              <a:rPr lang="zh-CN" altLang="zh-CN" sz="1600" dirty="0"/>
              <a:t>设备的识别与分类。</a:t>
            </a:r>
            <a:endParaRPr lang="zh-CN" altLang="zh-CN" sz="1600" dirty="0"/>
          </a:p>
          <a:p>
            <a:pPr>
              <a:lnSpc>
                <a:spcPct val="150000"/>
              </a:lnSpc>
              <a:spcBef>
                <a:spcPts val="0"/>
              </a:spcBef>
            </a:pPr>
            <a:endParaRPr lang="en-US" altLang="zh-CN" sz="1600" dirty="0">
              <a:cs typeface="微软雅黑" panose="020B0503020204020204" pitchFamily="34" charset="-122"/>
            </a:endParaRPr>
          </a:p>
        </p:txBody>
      </p:sp>
      <p:pic>
        <p:nvPicPr>
          <p:cNvPr id="7" name="图片 6"/>
          <p:cNvPicPr>
            <a:picLocks noChangeAspect="1"/>
          </p:cNvPicPr>
          <p:nvPr/>
        </p:nvPicPr>
        <p:blipFill>
          <a:blip r:embed="rId1"/>
          <a:srcRect r="4729"/>
          <a:stretch>
            <a:fillRect/>
          </a:stretch>
        </p:blipFill>
        <p:spPr>
          <a:xfrm>
            <a:off x="559224" y="2619569"/>
            <a:ext cx="5580319" cy="631654"/>
          </a:xfrm>
          <a:prstGeom prst="rect">
            <a:avLst/>
          </a:prstGeom>
        </p:spPr>
      </p:pic>
      <p:pic>
        <p:nvPicPr>
          <p:cNvPr id="9" name="图片 8"/>
          <p:cNvPicPr>
            <a:picLocks noChangeAspect="1"/>
          </p:cNvPicPr>
          <p:nvPr/>
        </p:nvPicPr>
        <p:blipFill>
          <a:blip r:embed="rId2"/>
          <a:srcRect r="4729"/>
          <a:stretch>
            <a:fillRect/>
          </a:stretch>
        </p:blipFill>
        <p:spPr>
          <a:xfrm>
            <a:off x="568748" y="3451583"/>
            <a:ext cx="5570795" cy="607360"/>
          </a:xfrm>
          <a:prstGeom prst="rect">
            <a:avLst/>
          </a:prstGeom>
        </p:spPr>
      </p:pic>
      <p:pic>
        <p:nvPicPr>
          <p:cNvPr id="11" name="图片 10"/>
          <p:cNvPicPr>
            <a:picLocks noChangeAspect="1"/>
          </p:cNvPicPr>
          <p:nvPr/>
        </p:nvPicPr>
        <p:blipFill>
          <a:blip r:embed="rId3"/>
          <a:srcRect r="4851"/>
          <a:stretch>
            <a:fillRect/>
          </a:stretch>
        </p:blipFill>
        <p:spPr>
          <a:xfrm>
            <a:off x="568749" y="4308502"/>
            <a:ext cx="5570794" cy="770267"/>
          </a:xfrm>
          <a:prstGeom prst="rect">
            <a:avLst/>
          </a:prstGeom>
        </p:spPr>
      </p:pic>
      <p:pic>
        <p:nvPicPr>
          <p:cNvPr id="15" name="图片 14"/>
          <p:cNvPicPr>
            <a:picLocks noChangeAspect="1"/>
          </p:cNvPicPr>
          <p:nvPr/>
        </p:nvPicPr>
        <p:blipFill>
          <a:blip r:embed="rId4"/>
          <a:stretch>
            <a:fillRect/>
          </a:stretch>
        </p:blipFill>
        <p:spPr>
          <a:xfrm>
            <a:off x="559224" y="5206726"/>
            <a:ext cx="5570794" cy="765241"/>
          </a:xfrm>
          <a:prstGeom prst="rect">
            <a:avLst/>
          </a:prstGeom>
        </p:spPr>
      </p:pic>
      <p:pic>
        <p:nvPicPr>
          <p:cNvPr id="17" name="图片 16"/>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395584" y="2208529"/>
            <a:ext cx="2573655" cy="1931035"/>
          </a:xfrm>
          <a:prstGeom prst="rect">
            <a:avLst/>
          </a:prstGeom>
          <a:noFill/>
          <a:ln>
            <a:noFill/>
          </a:ln>
        </p:spPr>
      </p:pic>
      <p:pic>
        <p:nvPicPr>
          <p:cNvPr id="19" name="图片 18"/>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9225280" y="2208529"/>
            <a:ext cx="2593340" cy="1945640"/>
          </a:xfrm>
          <a:prstGeom prst="rect">
            <a:avLst/>
          </a:prstGeom>
          <a:noFill/>
          <a:ln>
            <a:noFill/>
          </a:ln>
        </p:spPr>
      </p:pic>
      <p:pic>
        <p:nvPicPr>
          <p:cNvPr id="20" name="图片 19"/>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6395584" y="4308502"/>
            <a:ext cx="2589530" cy="1942465"/>
          </a:xfrm>
          <a:prstGeom prst="rect">
            <a:avLst/>
          </a:prstGeom>
          <a:noFill/>
          <a:ln>
            <a:noFill/>
          </a:ln>
        </p:spPr>
      </p:pic>
      <p:pic>
        <p:nvPicPr>
          <p:cNvPr id="21" name="图片 20"/>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9225280" y="4308502"/>
            <a:ext cx="2602865" cy="1952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研究内容二</a:t>
            </a:r>
            <a:endParaRPr lang="zh-CN" altLang="en-US" dirty="0"/>
          </a:p>
        </p:txBody>
      </p:sp>
      <p:sp>
        <p:nvSpPr>
          <p:cNvPr id="4" name="文本占位符 3"/>
          <p:cNvSpPr>
            <a:spLocks noGrp="1"/>
          </p:cNvSpPr>
          <p:nvPr>
            <p:ph type="body" sz="quarter" idx="13"/>
          </p:nvPr>
        </p:nvSpPr>
        <p:spPr>
          <a:xfrm>
            <a:off x="609600" y="978174"/>
            <a:ext cx="2451100" cy="454745"/>
          </a:xfrm>
          <a:solidFill>
            <a:srgbClr val="C0504D"/>
          </a:solidFill>
        </p:spPr>
        <p:txBody>
          <a:bodyPr/>
          <a:lstStyle/>
          <a:p>
            <a:r>
              <a:rPr lang="zh-CN" altLang="en-US" dirty="0"/>
              <a:t>实验验证与结果</a:t>
            </a:r>
            <a:endParaRPr lang="zh-CN" altLang="en-US" dirty="0"/>
          </a:p>
        </p:txBody>
      </p:sp>
      <p:sp>
        <p:nvSpPr>
          <p:cNvPr id="6" name="文本框 5"/>
          <p:cNvSpPr txBox="1"/>
          <p:nvPr/>
        </p:nvSpPr>
        <p:spPr bwMode="auto">
          <a:xfrm>
            <a:off x="611493" y="1602951"/>
            <a:ext cx="11435645" cy="1198880"/>
          </a:xfrm>
          <a:prstGeom prst="rect">
            <a:avLst/>
          </a:prstGeom>
          <a:noFill/>
          <a:ln>
            <a:noFill/>
          </a:ln>
        </p:spPr>
        <p:txBody>
          <a:bodyPr wrap="square">
            <a:spAutoFit/>
          </a:bodyPr>
          <a:lstStyle/>
          <a:p>
            <a:pPr>
              <a:lnSpc>
                <a:spcPct val="150000"/>
              </a:lnSpc>
            </a:pPr>
            <a:r>
              <a:rPr lang="zh-CN" altLang="en-US" sz="1600" dirty="0">
                <a:latin typeface="微软雅黑" panose="020B0503020204020204" pitchFamily="34" charset="-122"/>
                <a:ea typeface="微软雅黑" panose="020B0503020204020204" pitchFamily="34" charset="-122"/>
              </a:rPr>
              <a:t>上述内容是第一部分研究的初步内容构想，基本实验已经验证了</a:t>
            </a:r>
            <a:r>
              <a:rPr lang="en-US" altLang="zh-CN" sz="1600" dirty="0">
                <a:latin typeface="微软雅黑" panose="020B0503020204020204" pitchFamily="34" charset="-122"/>
                <a:ea typeface="微软雅黑" panose="020B0503020204020204" pitchFamily="34" charset="-122"/>
              </a:rPr>
              <a:t>Cycle-Variant Adaptive Similarity (CVAS) </a:t>
            </a:r>
            <a:r>
              <a:rPr lang="zh-CN" altLang="en-US" sz="1600" dirty="0">
                <a:latin typeface="微软雅黑" panose="020B0503020204020204" pitchFamily="34" charset="-122"/>
                <a:ea typeface="微软雅黑" panose="020B0503020204020204" pitchFamily="34" charset="-122"/>
              </a:rPr>
              <a:t>特征在余弦波形信号训练下的模型对于其余三种波形信号的识别准确率远超常规方法。下表是以余弦波形信号作为训练数据，其他三种波形作为测试集数据获得的平均识别准确率。</a:t>
            </a:r>
            <a:endParaRPr lang="zh-CN" altLang="zh-CN" sz="1600" dirty="0">
              <a:latin typeface="微软雅黑" panose="020B0503020204020204" pitchFamily="34" charset="-122"/>
              <a:ea typeface="微软雅黑" panose="020B0503020204020204" pitchFamily="34" charset="-122"/>
            </a:endParaRPr>
          </a:p>
        </p:txBody>
      </p:sp>
      <p:graphicFrame>
        <p:nvGraphicFramePr>
          <p:cNvPr id="8" name="表格 7"/>
          <p:cNvGraphicFramePr>
            <a:graphicFrameLocks noGrp="1"/>
          </p:cNvGraphicFramePr>
          <p:nvPr/>
        </p:nvGraphicFramePr>
        <p:xfrm>
          <a:off x="2446971" y="3202661"/>
          <a:ext cx="7298058" cy="1719740"/>
        </p:xfrm>
        <a:graphic>
          <a:graphicData uri="http://schemas.openxmlformats.org/drawingml/2006/table">
            <a:tbl>
              <a:tblPr firstRow="1" firstCol="1" bandRow="1"/>
              <a:tblGrid>
                <a:gridCol w="1216343"/>
                <a:gridCol w="1216343"/>
                <a:gridCol w="1216343"/>
                <a:gridCol w="1216343"/>
                <a:gridCol w="1216343"/>
                <a:gridCol w="1216343"/>
              </a:tblGrid>
              <a:tr h="387384">
                <a:tc>
                  <a:txBody>
                    <a:bodyPr/>
                    <a:lstStyle/>
                    <a:p>
                      <a:pPr indent="0" algn="ctr" fontAlgn="ctr">
                        <a:lnSpc>
                          <a:spcPct val="100000"/>
                        </a:lnSpc>
                        <a:buNone/>
                      </a:pPr>
                      <a:r>
                        <a:rPr lang="zh-CN" sz="1800" kern="100" dirty="0">
                          <a:effectLst/>
                        </a:rPr>
                        <a:t>方法</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lnL w="12700" cmpd="sng">
                      <a:noFill/>
                      <a:prstDash val="soli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fontAlgn="ctr">
                        <a:lnSpc>
                          <a:spcPct val="100000"/>
                        </a:lnSpc>
                        <a:buNone/>
                      </a:pPr>
                      <a:r>
                        <a:rPr lang="zh-CN" sz="1800" kern="100" dirty="0">
                          <a:effectLst/>
                        </a:rPr>
                        <a:t>数据集</a:t>
                      </a:r>
                      <a:r>
                        <a:rPr lang="en-US" sz="1800" kern="100" dirty="0">
                          <a:effectLst/>
                        </a:rPr>
                        <a:t>1</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lnL w="28575" cap="flat" cmpd="sng" algn="ctr">
                      <a:noFill/>
                      <a:prstDash val="solid"/>
                      <a:round/>
                      <a:headEnd type="none" w="med" len="med"/>
                      <a:tailEnd type="none" w="med" len="med"/>
                    </a:lnL>
                    <a:lnR w="12700" cmpd="sng">
                      <a:noFill/>
                      <a:prstDash val="soli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fontAlgn="ctr">
                        <a:lnSpc>
                          <a:spcPct val="100000"/>
                        </a:lnSpc>
                        <a:buNone/>
                      </a:pPr>
                      <a:r>
                        <a:rPr lang="zh-CN" sz="1800" kern="100" dirty="0">
                          <a:effectLst/>
                        </a:rPr>
                        <a:t>数据集</a:t>
                      </a:r>
                      <a:r>
                        <a:rPr lang="en-US" sz="1800" kern="100" dirty="0">
                          <a:effectLst/>
                        </a:rPr>
                        <a:t>2</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lnL w="12700" cmpd="sng">
                      <a:noFill/>
                      <a:prstDash val="solid"/>
                    </a:lnL>
                    <a:lnR w="12700" cmpd="sng">
                      <a:noFill/>
                      <a:prstDash val="soli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fontAlgn="ctr">
                        <a:lnSpc>
                          <a:spcPct val="100000"/>
                        </a:lnSpc>
                        <a:buNone/>
                      </a:pPr>
                      <a:r>
                        <a:rPr lang="zh-CN" sz="1800" kern="100" dirty="0">
                          <a:effectLst/>
                        </a:rPr>
                        <a:t>数据集</a:t>
                      </a:r>
                      <a:r>
                        <a:rPr lang="en-US" sz="1800" kern="100" dirty="0">
                          <a:effectLst/>
                        </a:rPr>
                        <a:t>3</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lnL w="12700" cmpd="sng">
                      <a:noFill/>
                      <a:prstDash val="solid"/>
                    </a:lnL>
                    <a:lnR w="12700" cmpd="sng">
                      <a:noFill/>
                      <a:prstDash val="soli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fontAlgn="ctr">
                        <a:lnSpc>
                          <a:spcPct val="100000"/>
                        </a:lnSpc>
                        <a:buNone/>
                      </a:pPr>
                      <a:r>
                        <a:rPr lang="zh-CN" sz="1800" kern="100" dirty="0">
                          <a:effectLst/>
                        </a:rPr>
                        <a:t>数据集</a:t>
                      </a:r>
                      <a:r>
                        <a:rPr lang="en-US" sz="1800" kern="100" dirty="0">
                          <a:effectLst/>
                        </a:rPr>
                        <a:t>4</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lnL w="12700" cmpd="sng">
                      <a:noFill/>
                      <a:prstDash val="solid"/>
                    </a:lnL>
                    <a:lnR w="12700" cmpd="sng">
                      <a:noFill/>
                      <a:prstDash val="soli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fontAlgn="ctr">
                        <a:lnSpc>
                          <a:spcPct val="100000"/>
                        </a:lnSpc>
                        <a:buNone/>
                      </a:pPr>
                      <a:r>
                        <a:rPr lang="zh-CN" sz="1800" kern="100" dirty="0">
                          <a:effectLst/>
                        </a:rPr>
                        <a:t>数据集</a:t>
                      </a:r>
                      <a:r>
                        <a:rPr lang="en-US" sz="1800" kern="100" dirty="0">
                          <a:effectLst/>
                        </a:rPr>
                        <a:t>5</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lnL w="12700" cmpd="sng">
                      <a:noFill/>
                      <a:prstDash val="solid"/>
                    </a:lnL>
                    <a:lnR w="12700" cmpd="sng">
                      <a:noFill/>
                      <a:prstDash val="soli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717994">
                <a:tc>
                  <a:txBody>
                    <a:bodyPr/>
                    <a:lstStyle/>
                    <a:p>
                      <a:pPr indent="0" algn="ctr" fontAlgn="ctr">
                        <a:lnSpc>
                          <a:spcPct val="100000"/>
                        </a:lnSpc>
                        <a:buNone/>
                      </a:pPr>
                      <a:r>
                        <a:rPr lang="en-US" sz="1800" kern="100" dirty="0">
                          <a:effectLst/>
                        </a:rPr>
                        <a:t>IQ-CNN</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lnL w="12700" cmpd="sng">
                      <a:noFill/>
                      <a:prstDash val="soli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fontAlgn="ctr">
                        <a:lnSpc>
                          <a:spcPct val="100000"/>
                        </a:lnSpc>
                        <a:buNone/>
                      </a:pPr>
                      <a:r>
                        <a:rPr lang="en-US" sz="1800" kern="100" dirty="0">
                          <a:effectLst/>
                        </a:rPr>
                        <a:t>17.08</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lnL w="28575" cap="flat" cmpd="sng" algn="ctr">
                      <a:noFill/>
                      <a:prstDash val="solid"/>
                      <a:round/>
                      <a:headEnd type="none" w="med" len="med"/>
                      <a:tailEnd type="none" w="med" len="med"/>
                    </a:lnL>
                    <a:lnR w="12700" cmpd="sng">
                      <a:noFill/>
                      <a:prstDash val="soli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fontAlgn="ctr">
                        <a:lnSpc>
                          <a:spcPct val="100000"/>
                        </a:lnSpc>
                        <a:buNone/>
                      </a:pPr>
                      <a:r>
                        <a:rPr lang="en-US" sz="1800" kern="100" dirty="0">
                          <a:effectLst/>
                        </a:rPr>
                        <a:t>38.55</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lnL w="12700" cmpd="sng">
                      <a:noFill/>
                      <a:prstDash val="solid"/>
                    </a:lnL>
                    <a:lnR w="12700" cmpd="sng">
                      <a:noFill/>
                      <a:prstDash val="soli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fontAlgn="ctr">
                        <a:lnSpc>
                          <a:spcPct val="100000"/>
                        </a:lnSpc>
                        <a:buNone/>
                      </a:pPr>
                      <a:r>
                        <a:rPr lang="en-US" sz="1800" kern="100" dirty="0">
                          <a:effectLst/>
                        </a:rPr>
                        <a:t>15.81</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lnL w="12700" cmpd="sng">
                      <a:noFill/>
                      <a:prstDash val="solid"/>
                    </a:lnL>
                    <a:lnR w="12700" cmpd="sng">
                      <a:noFill/>
                      <a:prstDash val="soli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fontAlgn="ctr">
                        <a:lnSpc>
                          <a:spcPct val="100000"/>
                        </a:lnSpc>
                        <a:buNone/>
                      </a:pPr>
                      <a:r>
                        <a:rPr lang="en-US" sz="1800" kern="100" dirty="0">
                          <a:effectLst/>
                        </a:rPr>
                        <a:t>38.43</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lnL w="12700" cmpd="sng">
                      <a:noFill/>
                      <a:prstDash val="solid"/>
                    </a:lnL>
                    <a:lnR w="12700" cmpd="sng">
                      <a:noFill/>
                      <a:prstDash val="soli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fontAlgn="ctr">
                        <a:lnSpc>
                          <a:spcPct val="100000"/>
                        </a:lnSpc>
                        <a:buNone/>
                      </a:pPr>
                      <a:r>
                        <a:rPr lang="en-US" sz="1800" kern="100" dirty="0">
                          <a:effectLst/>
                        </a:rPr>
                        <a:t>22.31</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lnL w="12700" cmpd="sng">
                      <a:noFill/>
                      <a:prstDash val="solid"/>
                    </a:lnL>
                    <a:lnR w="12700" cmpd="sng">
                      <a:noFill/>
                      <a:prstDash val="soli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r>
              <a:tr h="614362">
                <a:tc>
                  <a:txBody>
                    <a:bodyPr/>
                    <a:lstStyle/>
                    <a:p>
                      <a:pPr indent="0" algn="ctr" fontAlgn="ctr">
                        <a:lnSpc>
                          <a:spcPct val="100000"/>
                        </a:lnSpc>
                        <a:buNone/>
                      </a:pPr>
                      <a:r>
                        <a:rPr lang="en-US" altLang="zh-CN" sz="1800" kern="100" dirty="0">
                          <a:effectLst/>
                        </a:rPr>
                        <a:t>CVAS</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lnL w="12700" cmpd="sng">
                      <a:noFill/>
                      <a:prstDash val="soli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fontAlgn="ctr">
                        <a:lnSpc>
                          <a:spcPct val="100000"/>
                        </a:lnSpc>
                        <a:buNone/>
                      </a:pPr>
                      <a:r>
                        <a:rPr lang="en-US" altLang="zh-CN" sz="1800" kern="1200" dirty="0">
                          <a:solidFill>
                            <a:schemeClr val="tx1"/>
                          </a:solidFill>
                          <a:effectLst/>
                          <a:latin typeface="+mn-lt"/>
                          <a:ea typeface="+mn-ea"/>
                          <a:cs typeface="+mn-cs"/>
                        </a:rPr>
                        <a:t>88.92</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lnL w="28575" cap="flat" cmpd="sng" algn="ctr">
                      <a:noFill/>
                      <a:prstDash val="solid"/>
                      <a:round/>
                      <a:headEnd type="none" w="med" len="med"/>
                      <a:tailEnd type="none" w="med" len="med"/>
                    </a:lnL>
                    <a:lnR w="12700" cmpd="sng">
                      <a:noFill/>
                      <a:prstDash val="soli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fontAlgn="ctr">
                        <a:lnSpc>
                          <a:spcPct val="100000"/>
                        </a:lnSpc>
                        <a:buNone/>
                      </a:pPr>
                      <a:r>
                        <a:rPr lang="en-US" altLang="zh-CN" sz="1800" kern="1200" dirty="0">
                          <a:solidFill>
                            <a:schemeClr val="tx1"/>
                          </a:solidFill>
                          <a:effectLst/>
                          <a:latin typeface="+mn-lt"/>
                          <a:ea typeface="+mn-ea"/>
                          <a:cs typeface="+mn-cs"/>
                        </a:rPr>
                        <a:t>94.44</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lnL w="12700" cmpd="sng">
                      <a:noFill/>
                      <a:prstDash val="solid"/>
                    </a:lnL>
                    <a:lnR w="12700" cmpd="sng">
                      <a:noFill/>
                      <a:prstDash val="soli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fontAlgn="ctr">
                        <a:lnSpc>
                          <a:spcPct val="100000"/>
                        </a:lnSpc>
                        <a:buNone/>
                      </a:pPr>
                      <a:r>
                        <a:rPr lang="en-US" altLang="zh-CN" sz="1800" kern="1200" dirty="0">
                          <a:solidFill>
                            <a:schemeClr val="tx1"/>
                          </a:solidFill>
                          <a:effectLst/>
                          <a:latin typeface="+mn-lt"/>
                          <a:ea typeface="+mn-ea"/>
                          <a:cs typeface="+mn-cs"/>
                        </a:rPr>
                        <a:t>96.42</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lnL w="12700" cmpd="sng">
                      <a:noFill/>
                      <a:prstDash val="solid"/>
                    </a:lnL>
                    <a:lnR w="12700" cmpd="sng">
                      <a:noFill/>
                      <a:prstDash val="soli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fontAlgn="ctr">
                        <a:lnSpc>
                          <a:spcPct val="100000"/>
                        </a:lnSpc>
                        <a:buNone/>
                      </a:pPr>
                      <a:r>
                        <a:rPr lang="en-US" altLang="zh-CN" sz="1800" kern="1200" dirty="0">
                          <a:solidFill>
                            <a:schemeClr val="tx1"/>
                          </a:solidFill>
                          <a:effectLst/>
                          <a:latin typeface="+mn-lt"/>
                          <a:ea typeface="+mn-ea"/>
                          <a:cs typeface="+mn-cs"/>
                        </a:rPr>
                        <a:t>94.50</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lnL w="12700" cmpd="sng">
                      <a:noFill/>
                      <a:prstDash val="solid"/>
                    </a:lnL>
                    <a:lnR w="12700" cmpd="sng">
                      <a:noFill/>
                      <a:prstDash val="soli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fontAlgn="ctr">
                        <a:lnSpc>
                          <a:spcPct val="100000"/>
                        </a:lnSpc>
                        <a:buNone/>
                      </a:pPr>
                      <a:r>
                        <a:rPr lang="en-US" altLang="zh-CN" sz="1800" kern="1200" dirty="0">
                          <a:solidFill>
                            <a:schemeClr val="tx1"/>
                          </a:solidFill>
                          <a:effectLst/>
                          <a:latin typeface="+mn-lt"/>
                          <a:ea typeface="+mn-ea"/>
                          <a:cs typeface="+mn-cs"/>
                        </a:rPr>
                        <a:t>88.78</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lnL w="12700" cmpd="sng">
                      <a:noFill/>
                      <a:prstDash val="solid"/>
                    </a:lnL>
                    <a:lnR w="12700" cmpd="sng">
                      <a:noFill/>
                      <a:prstDash val="soli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12" name="文本框 11"/>
          <p:cNvSpPr txBox="1"/>
          <p:nvPr/>
        </p:nvSpPr>
        <p:spPr bwMode="auto">
          <a:xfrm>
            <a:off x="3973634" y="2765698"/>
            <a:ext cx="4244732" cy="338554"/>
          </a:xfrm>
          <a:prstGeom prst="rect">
            <a:avLst/>
          </a:prstGeom>
          <a:noFill/>
          <a:ln>
            <a:noFill/>
          </a:ln>
        </p:spPr>
        <p:txBody>
          <a:bodyPr wrap="square" rtlCol="0" anchor="ctr">
            <a:spAutoFit/>
          </a:bodyPr>
          <a:lstStyle/>
          <a:p>
            <a:pPr algn="ctr" defTabSz="914400"/>
            <a:r>
              <a:rPr lang="zh-CN" altLang="en-US" sz="1600" dirty="0">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表</a:t>
            </a:r>
            <a:r>
              <a:rPr lang="en-US" altLang="zh-CN" sz="1600" dirty="0">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2 </a:t>
            </a:r>
            <a:r>
              <a:rPr lang="zh-CN" altLang="en-US" sz="1600" dirty="0">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实值</a:t>
            </a:r>
            <a:r>
              <a:rPr lang="en-US" altLang="zh-CN" sz="1600" dirty="0">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CNN</a:t>
            </a:r>
            <a:r>
              <a:rPr lang="zh-CN" altLang="en-US" sz="1600" dirty="0">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与</a:t>
            </a:r>
            <a:r>
              <a:rPr lang="en-US" altLang="zh-CN" sz="1600" dirty="0">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CVAS</a:t>
            </a:r>
            <a:r>
              <a:rPr lang="zh-CN" altLang="en-US" sz="1600" dirty="0">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模型识别准确率对比</a:t>
            </a:r>
            <a:endParaRPr kumimoji="0" lang="zh-CN" altLang="en-US" sz="1600" i="0" u="none" strike="noStrike" kern="1200" cap="none" spc="0" normalizeH="0" noProof="0" dirty="0">
              <a:ln>
                <a:noFill/>
              </a:ln>
              <a:effectLst/>
              <a:uLnTx/>
              <a:uFillTx/>
              <a:latin typeface="Times New Roman" panose="02020603050405020304" pitchFamily="18" charset="0"/>
              <a:cs typeface="Times New Roman" panose="02020603050405020304" pitchFamily="18" charset="0"/>
              <a:sym typeface="Arial" panose="020B0604020202020204" pitchFamily="34" charset="0"/>
            </a:endParaRPr>
          </a:p>
        </p:txBody>
      </p:sp>
    </p:spTree>
  </p:cSld>
  <p:clrMapOvr>
    <a:masterClrMapping/>
  </p:clrMapOvr>
</p:sld>
</file>

<file path=ppt/tags/tag1.xml><?xml version="1.0" encoding="utf-8"?>
<p:tagLst xmlns:p="http://schemas.openxmlformats.org/presentationml/2006/main">
  <p:tag name="COMMONDATA" val="eyJoZGlkIjoiYjdiMGI5NzMzMjY3ZGFjY2U1Nzg1ZjFmMmQxNWEwYzMifQ=="/>
</p:tagLst>
</file>

<file path=ppt/theme/theme1.xml><?xml version="1.0" encoding="utf-8"?>
<a:theme xmlns:a="http://schemas.openxmlformats.org/drawingml/2006/main" name="西电_ARISE">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F0"/>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bwMode="auto">
        <a:solidFill>
          <a:srgbClr val="C0504D"/>
        </a:solidFill>
        <a:ln>
          <a:noFill/>
        </a:ln>
      </a:spPr>
      <a:bodyPr anchor="ctr"/>
      <a:lstStyle>
        <a:defPPr marL="0" marR="0" indent="0" algn="ctr" defTabSz="914400" rtl="0" eaLnBrk="1" fontAlgn="auto" latinLnBrk="0" hangingPunct="1">
          <a:lnSpc>
            <a:spcPct val="100000"/>
          </a:lnSpc>
          <a:spcBef>
            <a:spcPts val="0"/>
          </a:spcBef>
          <a:spcAft>
            <a:spcPts val="0"/>
          </a:spcAft>
          <a:buClrTx/>
          <a:buSzTx/>
          <a:buFontTx/>
          <a:buNone/>
          <a:defRPr kumimoji="0" sz="2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常用">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F0"/>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681</Words>
  <Application>WPS 演示</Application>
  <PresentationFormat>宽屏</PresentationFormat>
  <Paragraphs>66</Paragraphs>
  <Slides>5</Slides>
  <Notes>12</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5</vt:i4>
      </vt:variant>
    </vt:vector>
  </HeadingPairs>
  <TitlesOfParts>
    <vt:vector size="20" baseType="lpstr">
      <vt:lpstr>Arial</vt:lpstr>
      <vt:lpstr>宋体</vt:lpstr>
      <vt:lpstr>Wingdings</vt:lpstr>
      <vt:lpstr>微软雅黑</vt:lpstr>
      <vt:lpstr>Arial Unicode MS</vt:lpstr>
      <vt:lpstr>Arial</vt:lpstr>
      <vt:lpstr>楷体</vt:lpstr>
      <vt:lpstr>Times New Roman</vt:lpstr>
      <vt:lpstr>Arial Unicode MS</vt:lpstr>
      <vt:lpstr>等线</vt:lpstr>
      <vt:lpstr>Calibri</vt:lpstr>
      <vt:lpstr>Wingdings</vt:lpstr>
      <vt:lpstr>Arial Narrow</vt:lpstr>
      <vt:lpstr>西电_ARISE</vt:lpstr>
      <vt:lpstr>1_常用</vt:lpstr>
      <vt:lpstr>基于多模式信号的通用鲁棒的 射频指纹特征提取与识别</vt:lpstr>
      <vt:lpstr>选题背景及意义</vt:lpstr>
      <vt:lpstr>研究目标及内容</vt:lpstr>
      <vt:lpstr>研究内容一</vt:lpstr>
      <vt:lpstr>研究内容二</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杨泓铭</dc:creator>
  <cp:lastModifiedBy>独木舟</cp:lastModifiedBy>
  <cp:revision>355</cp:revision>
  <dcterms:created xsi:type="dcterms:W3CDTF">2022-09-20T01:54:00Z</dcterms:created>
  <dcterms:modified xsi:type="dcterms:W3CDTF">2025-12-18T11:30:42Z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5C1E0D41AEA141A58FEF08C6FE1821E9_13</vt:lpwstr>
  </property>
  <property fmtid="{D5CDD505-2E9C-101B-9397-08002B2CF9AE}" pid="3" name="KSOProductBuildVer">
    <vt:lpwstr>2052-12.1.0.24034</vt:lpwstr>
  </property>
</Properties>
</file>